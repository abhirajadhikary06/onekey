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10287000" cx="18288000"/>
  <p:notesSz cx="18288000" cy="10287000"/>
  <p:embeddedFontLst>
    <p:embeddedFont>
      <p:font typeface="Lato"/>
      <p:regular r:id="rId15"/>
      <p:bold r:id="rId16"/>
      <p:italic r:id="rId17"/>
      <p:boldItalic r:id="rId18"/>
    </p:embeddedFont>
    <p:embeddedFont>
      <p:font typeface="Source Code Pro"/>
      <p:regular r:id="rId19"/>
      <p:bold r:id="rId20"/>
      <p:italic r:id="rId21"/>
      <p:boldItalic r:id="rId22"/>
    </p:embeddedFont>
    <p:embeddedFont>
      <p:font typeface="Arial Black"/>
      <p:regular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urceCodePro-bold.fntdata"/><Relationship Id="rId11" Type="http://schemas.openxmlformats.org/officeDocument/2006/relationships/slide" Target="slides/slide6.xml"/><Relationship Id="rId22" Type="http://schemas.openxmlformats.org/officeDocument/2006/relationships/font" Target="fonts/SourceCodePro-boldItalic.fntdata"/><Relationship Id="rId10" Type="http://schemas.openxmlformats.org/officeDocument/2006/relationships/slide" Target="slides/slide5.xml"/><Relationship Id="rId21" Type="http://schemas.openxmlformats.org/officeDocument/2006/relationships/font" Target="fonts/SourceCodePr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ArialBlack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regular.fntdata"/><Relationship Id="rId14" Type="http://schemas.openxmlformats.org/officeDocument/2006/relationships/slide" Target="slides/slide9.xml"/><Relationship Id="rId17" Type="http://schemas.openxmlformats.org/officeDocument/2006/relationships/font" Target="fonts/Lato-italic.fntdata"/><Relationship Id="rId16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SourceCodePro-regular.fntdata"/><Relationship Id="rId6" Type="http://schemas.openxmlformats.org/officeDocument/2006/relationships/slide" Target="slides/slide1.xml"/><Relationship Id="rId18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d7033314e_2_1052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bd7033314e_2_1052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ctrTitle"/>
          </p:nvPr>
        </p:nvSpPr>
        <p:spPr>
          <a:xfrm>
            <a:off x="5270768" y="1928852"/>
            <a:ext cx="7746600" cy="53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600"/>
              <a:buNone/>
              <a:defRPr b="1" i="0" sz="10300">
                <a:solidFill>
                  <a:srgbClr val="2F2F2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subTitle"/>
          </p:nvPr>
        </p:nvSpPr>
        <p:spPr>
          <a:xfrm>
            <a:off x="2743200" y="5760720"/>
            <a:ext cx="12801600" cy="25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b="0" i="0" sz="3700">
                <a:solidFill>
                  <a:srgbClr val="2F2F2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spcBef>
                <a:spcPts val="240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24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24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24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spcBef>
                <a:spcPts val="24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spcBef>
                <a:spcPts val="24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spcBef>
                <a:spcPts val="24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spcBef>
                <a:spcPts val="2400"/>
              </a:spcBef>
              <a:spcAft>
                <a:spcPts val="2400"/>
              </a:spcAft>
              <a:buSzPts val="28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1" type="ftr"/>
          </p:nvPr>
        </p:nvSpPr>
        <p:spPr>
          <a:xfrm>
            <a:off x="6217920" y="9566910"/>
            <a:ext cx="58521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914400" y="9566910"/>
            <a:ext cx="42063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13167361" y="9566910"/>
            <a:ext cx="420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1774432" y="1095203"/>
            <a:ext cx="13450500" cy="3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600"/>
              <a:buNone/>
              <a:defRPr b="1" i="0" sz="10300">
                <a:solidFill>
                  <a:srgbClr val="2F2F2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4521993" y="4326241"/>
            <a:ext cx="9547800" cy="24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3600"/>
              <a:buNone/>
              <a:defRPr b="0" i="0" sz="3700">
                <a:solidFill>
                  <a:srgbClr val="2F2F2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algn="l">
              <a:spcBef>
                <a:spcPts val="2400"/>
              </a:spcBef>
              <a:spcAft>
                <a:spcPts val="0"/>
              </a:spcAft>
              <a:buSzPts val="2800"/>
              <a:buNone/>
              <a:defRPr/>
            </a:lvl2pPr>
            <a:lvl3pPr indent="-228600" lvl="2" marL="1371600" algn="l">
              <a:spcBef>
                <a:spcPts val="2400"/>
              </a:spcBef>
              <a:spcAft>
                <a:spcPts val="0"/>
              </a:spcAft>
              <a:buSzPts val="2800"/>
              <a:buNone/>
              <a:defRPr/>
            </a:lvl3pPr>
            <a:lvl4pPr indent="-228600" lvl="3" marL="1828800" algn="l">
              <a:spcBef>
                <a:spcPts val="2400"/>
              </a:spcBef>
              <a:spcAft>
                <a:spcPts val="0"/>
              </a:spcAft>
              <a:buSzPts val="2800"/>
              <a:buNone/>
              <a:defRPr/>
            </a:lvl4pPr>
            <a:lvl5pPr indent="-228600" lvl="4" marL="2286000" algn="l">
              <a:spcBef>
                <a:spcPts val="2400"/>
              </a:spcBef>
              <a:spcAft>
                <a:spcPts val="0"/>
              </a:spcAft>
              <a:buSzPts val="2800"/>
              <a:buNone/>
              <a:defRPr/>
            </a:lvl5pPr>
            <a:lvl6pPr indent="-228600" lvl="5" marL="2743200" algn="l">
              <a:spcBef>
                <a:spcPts val="2400"/>
              </a:spcBef>
              <a:spcAft>
                <a:spcPts val="0"/>
              </a:spcAft>
              <a:buSzPts val="2800"/>
              <a:buNone/>
              <a:defRPr/>
            </a:lvl6pPr>
            <a:lvl7pPr indent="-228600" lvl="6" marL="3200400" algn="l">
              <a:spcBef>
                <a:spcPts val="2400"/>
              </a:spcBef>
              <a:spcAft>
                <a:spcPts val="0"/>
              </a:spcAft>
              <a:buSzPts val="2800"/>
              <a:buNone/>
              <a:defRPr/>
            </a:lvl7pPr>
            <a:lvl8pPr indent="-228600" lvl="7" marL="3657600" algn="l">
              <a:spcBef>
                <a:spcPts val="2400"/>
              </a:spcBef>
              <a:spcAft>
                <a:spcPts val="0"/>
              </a:spcAft>
              <a:buSzPts val="2800"/>
              <a:buNone/>
              <a:defRPr/>
            </a:lvl8pPr>
            <a:lvl9pPr indent="-228600" lvl="8" marL="4114800" algn="l">
              <a:spcBef>
                <a:spcPts val="2400"/>
              </a:spcBef>
              <a:spcAft>
                <a:spcPts val="2400"/>
              </a:spcAft>
              <a:buSzPts val="28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6217920" y="9566910"/>
            <a:ext cx="58521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914400" y="9566910"/>
            <a:ext cx="42063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13167361" y="9566910"/>
            <a:ext cx="420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●"/>
              <a:defRPr sz="3600">
                <a:solidFill>
                  <a:schemeClr val="dk2"/>
                </a:solidFill>
              </a:defRPr>
            </a:lvl1pPr>
            <a:lvl2pPr indent="-406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2pPr>
            <a:lvl3pPr indent="-406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3pPr>
            <a:lvl4pPr indent="-406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4pPr>
            <a:lvl5pPr indent="-406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5pPr>
            <a:lvl6pPr indent="-406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6pPr>
            <a:lvl7pPr indent="-406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7pPr>
            <a:lvl8pPr indent="-406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8pPr>
            <a:lvl9pPr indent="-406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r">
              <a:buNone/>
              <a:defRPr sz="2000">
                <a:solidFill>
                  <a:schemeClr val="dk2"/>
                </a:solidFill>
              </a:defRPr>
            </a:lvl1pPr>
            <a:lvl2pPr lvl="1" algn="r">
              <a:buNone/>
              <a:defRPr sz="2000">
                <a:solidFill>
                  <a:schemeClr val="dk2"/>
                </a:solidFill>
              </a:defRPr>
            </a:lvl2pPr>
            <a:lvl3pPr lvl="2" algn="r">
              <a:buNone/>
              <a:defRPr sz="2000">
                <a:solidFill>
                  <a:schemeClr val="dk2"/>
                </a:solidFill>
              </a:defRPr>
            </a:lvl3pPr>
            <a:lvl4pPr lvl="3" algn="r">
              <a:buNone/>
              <a:defRPr sz="2000">
                <a:solidFill>
                  <a:schemeClr val="dk2"/>
                </a:solidFill>
              </a:defRPr>
            </a:lvl4pPr>
            <a:lvl5pPr lvl="4" algn="r">
              <a:buNone/>
              <a:defRPr sz="2000">
                <a:solidFill>
                  <a:schemeClr val="dk2"/>
                </a:solidFill>
              </a:defRPr>
            </a:lvl5pPr>
            <a:lvl6pPr lvl="5" algn="r">
              <a:buNone/>
              <a:defRPr sz="2000">
                <a:solidFill>
                  <a:schemeClr val="dk2"/>
                </a:solidFill>
              </a:defRPr>
            </a:lvl6pPr>
            <a:lvl7pPr lvl="6" algn="r">
              <a:buNone/>
              <a:defRPr sz="2000">
                <a:solidFill>
                  <a:schemeClr val="dk2"/>
                </a:solidFill>
              </a:defRPr>
            </a:lvl7pPr>
            <a:lvl8pPr lvl="7" algn="r">
              <a:buNone/>
              <a:defRPr sz="2000">
                <a:solidFill>
                  <a:schemeClr val="dk2"/>
                </a:solidFill>
              </a:defRPr>
            </a:lvl8pPr>
            <a:lvl9pPr lvl="8" algn="r">
              <a:buNone/>
              <a:defRPr sz="2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CB9C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/>
          <p:nvPr/>
        </p:nvSpPr>
        <p:spPr>
          <a:xfrm>
            <a:off x="16495369" y="7120457"/>
            <a:ext cx="1793239" cy="3166745"/>
          </a:xfrm>
          <a:custGeom>
            <a:rect b="b" l="l" r="r" t="t"/>
            <a:pathLst>
              <a:path extrusionOk="0" h="3166745" w="1793240">
                <a:moveTo>
                  <a:pt x="1792630" y="0"/>
                </a:moveTo>
                <a:lnTo>
                  <a:pt x="1614512" y="0"/>
                </a:lnTo>
                <a:lnTo>
                  <a:pt x="1567230" y="3124"/>
                </a:lnTo>
                <a:lnTo>
                  <a:pt x="1521155" y="12331"/>
                </a:lnTo>
                <a:lnTo>
                  <a:pt x="1476844" y="27381"/>
                </a:lnTo>
                <a:lnTo>
                  <a:pt x="1434871" y="48069"/>
                </a:lnTo>
                <a:lnTo>
                  <a:pt x="1395780" y="74129"/>
                </a:lnTo>
                <a:lnTo>
                  <a:pt x="1360144" y="105359"/>
                </a:lnTo>
                <a:lnTo>
                  <a:pt x="1328915" y="141008"/>
                </a:lnTo>
                <a:lnTo>
                  <a:pt x="1302842" y="180098"/>
                </a:lnTo>
                <a:lnTo>
                  <a:pt x="1282153" y="222072"/>
                </a:lnTo>
                <a:lnTo>
                  <a:pt x="1267104" y="266382"/>
                </a:lnTo>
                <a:lnTo>
                  <a:pt x="1257896" y="312445"/>
                </a:lnTo>
                <a:lnTo>
                  <a:pt x="1254772" y="359740"/>
                </a:lnTo>
                <a:lnTo>
                  <a:pt x="1254772" y="2055355"/>
                </a:lnTo>
                <a:lnTo>
                  <a:pt x="1251496" y="2104174"/>
                </a:lnTo>
                <a:lnTo>
                  <a:pt x="1241920" y="2150986"/>
                </a:lnTo>
                <a:lnTo>
                  <a:pt x="1226502" y="2195385"/>
                </a:lnTo>
                <a:lnTo>
                  <a:pt x="1205661" y="2236927"/>
                </a:lnTo>
                <a:lnTo>
                  <a:pt x="1179817" y="2275179"/>
                </a:lnTo>
                <a:lnTo>
                  <a:pt x="1149413" y="2309723"/>
                </a:lnTo>
                <a:lnTo>
                  <a:pt x="1114869" y="2340140"/>
                </a:lnTo>
                <a:lnTo>
                  <a:pt x="1076604" y="2365972"/>
                </a:lnTo>
                <a:lnTo>
                  <a:pt x="1035062" y="2386825"/>
                </a:lnTo>
                <a:lnTo>
                  <a:pt x="990676" y="2402243"/>
                </a:lnTo>
                <a:lnTo>
                  <a:pt x="943851" y="2411806"/>
                </a:lnTo>
                <a:lnTo>
                  <a:pt x="895045" y="2415095"/>
                </a:lnTo>
                <a:lnTo>
                  <a:pt x="359740" y="2415095"/>
                </a:lnTo>
                <a:lnTo>
                  <a:pt x="310921" y="2418372"/>
                </a:lnTo>
                <a:lnTo>
                  <a:pt x="264109" y="2427948"/>
                </a:lnTo>
                <a:lnTo>
                  <a:pt x="219710" y="2443365"/>
                </a:lnTo>
                <a:lnTo>
                  <a:pt x="178168" y="2464206"/>
                </a:lnTo>
                <a:lnTo>
                  <a:pt x="139915" y="2490051"/>
                </a:lnTo>
                <a:lnTo>
                  <a:pt x="105371" y="2520454"/>
                </a:lnTo>
                <a:lnTo>
                  <a:pt x="74955" y="2554998"/>
                </a:lnTo>
                <a:lnTo>
                  <a:pt x="49123" y="2593263"/>
                </a:lnTo>
                <a:lnTo>
                  <a:pt x="28270" y="2634805"/>
                </a:lnTo>
                <a:lnTo>
                  <a:pt x="12852" y="2679192"/>
                </a:lnTo>
                <a:lnTo>
                  <a:pt x="3289" y="2726004"/>
                </a:lnTo>
                <a:lnTo>
                  <a:pt x="0" y="2774823"/>
                </a:lnTo>
                <a:lnTo>
                  <a:pt x="0" y="3166541"/>
                </a:lnTo>
                <a:lnTo>
                  <a:pt x="152400" y="3166541"/>
                </a:lnTo>
                <a:lnTo>
                  <a:pt x="1792630" y="3166541"/>
                </a:lnTo>
                <a:lnTo>
                  <a:pt x="1792630" y="152400"/>
                </a:lnTo>
                <a:lnTo>
                  <a:pt x="1792630" y="0"/>
                </a:lnTo>
                <a:close/>
              </a:path>
            </a:pathLst>
          </a:custGeom>
          <a:solidFill>
            <a:srgbClr val="53535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7" name="Google Shape;67;p15"/>
          <p:cNvSpPr txBox="1"/>
          <p:nvPr/>
        </p:nvSpPr>
        <p:spPr>
          <a:xfrm>
            <a:off x="-1996437" y="-749325"/>
            <a:ext cx="12115800" cy="10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0">
              <a:solidFill>
                <a:srgbClr val="2F2F2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None/>
            </a:pPr>
            <a:r>
              <a:t/>
            </a:r>
            <a:endParaRPr b="1" sz="8000">
              <a:solidFill>
                <a:srgbClr val="2F2F2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None/>
            </a:pPr>
            <a:r>
              <a:t/>
            </a:r>
            <a:endParaRPr b="1" sz="8000">
              <a:solidFill>
                <a:srgbClr val="2F2F2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None/>
            </a:pPr>
            <a:r>
              <a:t/>
            </a:r>
            <a:endParaRPr b="1" sz="8000">
              <a:solidFill>
                <a:srgbClr val="2F2F2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None/>
            </a:pPr>
            <a:r>
              <a:t/>
            </a:r>
            <a:endParaRPr b="1" sz="17300">
              <a:solidFill>
                <a:srgbClr val="2F2F2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None/>
            </a:pPr>
            <a:r>
              <a:t/>
            </a:r>
            <a:endParaRPr sz="173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68" name="Google Shape;68;p15"/>
          <p:cNvGrpSpPr/>
          <p:nvPr/>
        </p:nvGrpSpPr>
        <p:grpSpPr>
          <a:xfrm>
            <a:off x="13969984" y="0"/>
            <a:ext cx="4318635" cy="3743952"/>
            <a:chOff x="13969984" y="0"/>
            <a:chExt cx="4318635" cy="3743952"/>
          </a:xfrm>
        </p:grpSpPr>
        <p:sp>
          <p:nvSpPr>
            <p:cNvPr id="69" name="Google Shape;69;p15"/>
            <p:cNvSpPr/>
            <p:nvPr/>
          </p:nvSpPr>
          <p:spPr>
            <a:xfrm>
              <a:off x="13969984" y="0"/>
              <a:ext cx="4318635" cy="2190750"/>
            </a:xfrm>
            <a:custGeom>
              <a:rect b="b" l="l" r="r" t="t"/>
              <a:pathLst>
                <a:path extrusionOk="0" h="2190750" w="4318634">
                  <a:moveTo>
                    <a:pt x="4318016" y="2190346"/>
                  </a:moveTo>
                  <a:lnTo>
                    <a:pt x="4105453" y="2190346"/>
                  </a:lnTo>
                  <a:lnTo>
                    <a:pt x="4056639" y="2187062"/>
                  </a:lnTo>
                  <a:lnTo>
                    <a:pt x="4009821" y="2177496"/>
                  </a:lnTo>
                  <a:lnTo>
                    <a:pt x="3965427" y="2162076"/>
                  </a:lnTo>
                  <a:lnTo>
                    <a:pt x="3923887" y="2141232"/>
                  </a:lnTo>
                  <a:lnTo>
                    <a:pt x="3885628" y="2115391"/>
                  </a:lnTo>
                  <a:lnTo>
                    <a:pt x="3851080" y="2084982"/>
                  </a:lnTo>
                  <a:lnTo>
                    <a:pt x="3820672" y="2050434"/>
                  </a:lnTo>
                  <a:lnTo>
                    <a:pt x="3794831" y="2012176"/>
                  </a:lnTo>
                  <a:lnTo>
                    <a:pt x="3773986" y="1970635"/>
                  </a:lnTo>
                  <a:lnTo>
                    <a:pt x="3758566" y="1926242"/>
                  </a:lnTo>
                  <a:lnTo>
                    <a:pt x="3749000" y="1879424"/>
                  </a:lnTo>
                  <a:lnTo>
                    <a:pt x="3745716" y="1830610"/>
                  </a:lnTo>
                  <a:lnTo>
                    <a:pt x="3745716" y="1368045"/>
                  </a:lnTo>
                  <a:lnTo>
                    <a:pt x="3742597" y="1320760"/>
                  </a:lnTo>
                  <a:lnTo>
                    <a:pt x="3733393" y="1274686"/>
                  </a:lnTo>
                  <a:lnTo>
                    <a:pt x="3718334" y="1230381"/>
                  </a:lnTo>
                  <a:lnTo>
                    <a:pt x="3697654" y="1188405"/>
                  </a:lnTo>
                  <a:lnTo>
                    <a:pt x="3671583" y="1149316"/>
                  </a:lnTo>
                  <a:lnTo>
                    <a:pt x="3640353" y="1113675"/>
                  </a:lnTo>
                  <a:lnTo>
                    <a:pt x="3604712" y="1082445"/>
                  </a:lnTo>
                  <a:lnTo>
                    <a:pt x="3565624" y="1056375"/>
                  </a:lnTo>
                  <a:lnTo>
                    <a:pt x="3523648" y="1035695"/>
                  </a:lnTo>
                  <a:lnTo>
                    <a:pt x="3479343" y="1020636"/>
                  </a:lnTo>
                  <a:lnTo>
                    <a:pt x="3433268" y="1011432"/>
                  </a:lnTo>
                  <a:lnTo>
                    <a:pt x="3385984" y="1008312"/>
                  </a:lnTo>
                  <a:lnTo>
                    <a:pt x="359732" y="1008312"/>
                  </a:lnTo>
                  <a:lnTo>
                    <a:pt x="310919" y="1005028"/>
                  </a:lnTo>
                  <a:lnTo>
                    <a:pt x="264101" y="995461"/>
                  </a:lnTo>
                  <a:lnTo>
                    <a:pt x="219708" y="980041"/>
                  </a:lnTo>
                  <a:lnTo>
                    <a:pt x="178168" y="959197"/>
                  </a:lnTo>
                  <a:lnTo>
                    <a:pt x="139910" y="933355"/>
                  </a:lnTo>
                  <a:lnTo>
                    <a:pt x="105363" y="902947"/>
                  </a:lnTo>
                  <a:lnTo>
                    <a:pt x="74954" y="868399"/>
                  </a:lnTo>
                  <a:lnTo>
                    <a:pt x="49114" y="830141"/>
                  </a:lnTo>
                  <a:lnTo>
                    <a:pt x="28269" y="788601"/>
                  </a:lnTo>
                  <a:lnTo>
                    <a:pt x="12850" y="744207"/>
                  </a:lnTo>
                  <a:lnTo>
                    <a:pt x="3284" y="697390"/>
                  </a:lnTo>
                  <a:lnTo>
                    <a:pt x="0" y="648576"/>
                  </a:lnTo>
                  <a:lnTo>
                    <a:pt x="0" y="0"/>
                  </a:lnTo>
                  <a:lnTo>
                    <a:pt x="4318016" y="0"/>
                  </a:lnTo>
                  <a:lnTo>
                    <a:pt x="4318016" y="2190346"/>
                  </a:lnTo>
                  <a:close/>
                </a:path>
              </a:pathLst>
            </a:custGeom>
            <a:solidFill>
              <a:srgbClr val="2F2F2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" name="Google Shape;70;p15"/>
            <p:cNvSpPr/>
            <p:nvPr/>
          </p:nvSpPr>
          <p:spPr>
            <a:xfrm>
              <a:off x="15473726" y="1142992"/>
              <a:ext cx="2814320" cy="2600960"/>
            </a:xfrm>
            <a:custGeom>
              <a:rect b="b" l="l" r="r" t="t"/>
              <a:pathLst>
                <a:path extrusionOk="0" h="2600960" w="2814319">
                  <a:moveTo>
                    <a:pt x="359732" y="0"/>
                  </a:moveTo>
                  <a:lnTo>
                    <a:pt x="1793173" y="0"/>
                  </a:lnTo>
                  <a:lnTo>
                    <a:pt x="1841988" y="3283"/>
                  </a:lnTo>
                  <a:lnTo>
                    <a:pt x="1888806" y="12850"/>
                  </a:lnTo>
                  <a:lnTo>
                    <a:pt x="1933199" y="28269"/>
                  </a:lnTo>
                  <a:lnTo>
                    <a:pt x="1974740" y="49114"/>
                  </a:lnTo>
                  <a:lnTo>
                    <a:pt x="2012998" y="74955"/>
                  </a:lnTo>
                  <a:lnTo>
                    <a:pt x="2047546" y="105364"/>
                  </a:lnTo>
                  <a:lnTo>
                    <a:pt x="2077955" y="139912"/>
                  </a:lnTo>
                  <a:lnTo>
                    <a:pt x="2103796" y="178170"/>
                  </a:lnTo>
                  <a:lnTo>
                    <a:pt x="2124640" y="219710"/>
                  </a:lnTo>
                  <a:lnTo>
                    <a:pt x="2140060" y="264104"/>
                  </a:lnTo>
                  <a:lnTo>
                    <a:pt x="2149626" y="310922"/>
                  </a:lnTo>
                  <a:lnTo>
                    <a:pt x="2152910" y="359736"/>
                  </a:lnTo>
                  <a:lnTo>
                    <a:pt x="2152910" y="822300"/>
                  </a:lnTo>
                  <a:lnTo>
                    <a:pt x="2156029" y="869585"/>
                  </a:lnTo>
                  <a:lnTo>
                    <a:pt x="2165234" y="915660"/>
                  </a:lnTo>
                  <a:lnTo>
                    <a:pt x="2180292" y="959965"/>
                  </a:lnTo>
                  <a:lnTo>
                    <a:pt x="2200972" y="1001941"/>
                  </a:lnTo>
                  <a:lnTo>
                    <a:pt x="2227043" y="1041030"/>
                  </a:lnTo>
                  <a:lnTo>
                    <a:pt x="2258273" y="1076671"/>
                  </a:lnTo>
                  <a:lnTo>
                    <a:pt x="2293914" y="1107901"/>
                  </a:lnTo>
                  <a:lnTo>
                    <a:pt x="2333003" y="1133971"/>
                  </a:lnTo>
                  <a:lnTo>
                    <a:pt x="2374979" y="1154651"/>
                  </a:lnTo>
                  <a:lnTo>
                    <a:pt x="2419284" y="1169709"/>
                  </a:lnTo>
                  <a:lnTo>
                    <a:pt x="2465358" y="1178914"/>
                  </a:lnTo>
                  <a:lnTo>
                    <a:pt x="2512643" y="1182033"/>
                  </a:lnTo>
                  <a:lnTo>
                    <a:pt x="2814274" y="1182033"/>
                  </a:lnTo>
                  <a:lnTo>
                    <a:pt x="2814274" y="2600475"/>
                  </a:lnTo>
                  <a:lnTo>
                    <a:pt x="1690367" y="2600475"/>
                  </a:lnTo>
                  <a:lnTo>
                    <a:pt x="1643082" y="2597355"/>
                  </a:lnTo>
                  <a:lnTo>
                    <a:pt x="1597008" y="2588150"/>
                  </a:lnTo>
                  <a:lnTo>
                    <a:pt x="1552703" y="2573091"/>
                  </a:lnTo>
                  <a:lnTo>
                    <a:pt x="1510727" y="2552411"/>
                  </a:lnTo>
                  <a:lnTo>
                    <a:pt x="1471639" y="2526340"/>
                  </a:lnTo>
                  <a:lnTo>
                    <a:pt x="1435998" y="2495110"/>
                  </a:lnTo>
                  <a:lnTo>
                    <a:pt x="1404768" y="2459468"/>
                  </a:lnTo>
                  <a:lnTo>
                    <a:pt x="1378697" y="2420380"/>
                  </a:lnTo>
                  <a:lnTo>
                    <a:pt x="1358017" y="2378403"/>
                  </a:lnTo>
                  <a:lnTo>
                    <a:pt x="1342958" y="2334098"/>
                  </a:lnTo>
                  <a:lnTo>
                    <a:pt x="1333754" y="2288023"/>
                  </a:lnTo>
                  <a:lnTo>
                    <a:pt x="1330635" y="2240738"/>
                  </a:lnTo>
                  <a:lnTo>
                    <a:pt x="1330635" y="1778177"/>
                  </a:lnTo>
                  <a:lnTo>
                    <a:pt x="1327515" y="1730892"/>
                  </a:lnTo>
                  <a:lnTo>
                    <a:pt x="1318310" y="1684817"/>
                  </a:lnTo>
                  <a:lnTo>
                    <a:pt x="1303251" y="1640511"/>
                  </a:lnTo>
                  <a:lnTo>
                    <a:pt x="1282570" y="1598535"/>
                  </a:lnTo>
                  <a:lnTo>
                    <a:pt x="1256499" y="1559446"/>
                  </a:lnTo>
                  <a:lnTo>
                    <a:pt x="1225269" y="1523804"/>
                  </a:lnTo>
                  <a:lnTo>
                    <a:pt x="1189627" y="1492574"/>
                  </a:lnTo>
                  <a:lnTo>
                    <a:pt x="1150538" y="1466503"/>
                  </a:lnTo>
                  <a:lnTo>
                    <a:pt x="1108561" y="1445823"/>
                  </a:lnTo>
                  <a:lnTo>
                    <a:pt x="1064255" y="1430765"/>
                  </a:lnTo>
                  <a:lnTo>
                    <a:pt x="1018180" y="1421560"/>
                  </a:lnTo>
                  <a:lnTo>
                    <a:pt x="970895" y="1418441"/>
                  </a:lnTo>
                  <a:lnTo>
                    <a:pt x="359732" y="1418441"/>
                  </a:lnTo>
                  <a:lnTo>
                    <a:pt x="312447" y="1415322"/>
                  </a:lnTo>
                  <a:lnTo>
                    <a:pt x="266372" y="1406117"/>
                  </a:lnTo>
                  <a:lnTo>
                    <a:pt x="222067" y="1391059"/>
                  </a:lnTo>
                  <a:lnTo>
                    <a:pt x="180091" y="1370379"/>
                  </a:lnTo>
                  <a:lnTo>
                    <a:pt x="141003" y="1344308"/>
                  </a:lnTo>
                  <a:lnTo>
                    <a:pt x="105361" y="1313079"/>
                  </a:lnTo>
                  <a:lnTo>
                    <a:pt x="74131" y="1277437"/>
                  </a:lnTo>
                  <a:lnTo>
                    <a:pt x="48061" y="1238349"/>
                  </a:lnTo>
                  <a:lnTo>
                    <a:pt x="27381" y="1196372"/>
                  </a:lnTo>
                  <a:lnTo>
                    <a:pt x="12323" y="1152067"/>
                  </a:lnTo>
                  <a:lnTo>
                    <a:pt x="3119" y="1105993"/>
                  </a:lnTo>
                  <a:lnTo>
                    <a:pt x="0" y="1058708"/>
                  </a:lnTo>
                  <a:lnTo>
                    <a:pt x="0" y="359736"/>
                  </a:lnTo>
                  <a:lnTo>
                    <a:pt x="3119" y="312451"/>
                  </a:lnTo>
                  <a:lnTo>
                    <a:pt x="12323" y="266376"/>
                  </a:lnTo>
                  <a:lnTo>
                    <a:pt x="27381" y="222071"/>
                  </a:lnTo>
                  <a:lnTo>
                    <a:pt x="48061" y="180095"/>
                  </a:lnTo>
                  <a:lnTo>
                    <a:pt x="74131" y="141006"/>
                  </a:lnTo>
                  <a:lnTo>
                    <a:pt x="105361" y="105364"/>
                  </a:lnTo>
                  <a:lnTo>
                    <a:pt x="141003" y="74134"/>
                  </a:lnTo>
                  <a:lnTo>
                    <a:pt x="180091" y="48064"/>
                  </a:lnTo>
                  <a:lnTo>
                    <a:pt x="222067" y="27383"/>
                  </a:lnTo>
                  <a:lnTo>
                    <a:pt x="266372" y="12324"/>
                  </a:lnTo>
                  <a:lnTo>
                    <a:pt x="312447" y="3119"/>
                  </a:lnTo>
                  <a:lnTo>
                    <a:pt x="359732" y="0"/>
                  </a:lnTo>
                  <a:close/>
                </a:path>
              </a:pathLst>
            </a:custGeom>
            <a:solidFill>
              <a:srgbClr val="53535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71" name="Google Shape;71;p15"/>
          <p:cNvSpPr/>
          <p:nvPr/>
        </p:nvSpPr>
        <p:spPr>
          <a:xfrm>
            <a:off x="0" y="0"/>
            <a:ext cx="1927860" cy="2903220"/>
          </a:xfrm>
          <a:custGeom>
            <a:rect b="b" l="l" r="r" t="t"/>
            <a:pathLst>
              <a:path extrusionOk="0" h="2903220" w="1927860">
                <a:moveTo>
                  <a:pt x="0" y="2903095"/>
                </a:moveTo>
                <a:lnTo>
                  <a:pt x="0" y="0"/>
                </a:lnTo>
                <a:lnTo>
                  <a:pt x="1927611" y="0"/>
                </a:lnTo>
                <a:lnTo>
                  <a:pt x="1927611" y="128274"/>
                </a:lnTo>
                <a:lnTo>
                  <a:pt x="1924327" y="177088"/>
                </a:lnTo>
                <a:lnTo>
                  <a:pt x="1914761" y="223905"/>
                </a:lnTo>
                <a:lnTo>
                  <a:pt x="1899341" y="268298"/>
                </a:lnTo>
                <a:lnTo>
                  <a:pt x="1878496" y="309838"/>
                </a:lnTo>
                <a:lnTo>
                  <a:pt x="1852655" y="348095"/>
                </a:lnTo>
                <a:lnTo>
                  <a:pt x="1822247" y="382643"/>
                </a:lnTo>
                <a:lnTo>
                  <a:pt x="1787700" y="413051"/>
                </a:lnTo>
                <a:lnTo>
                  <a:pt x="1749442" y="438892"/>
                </a:lnTo>
                <a:lnTo>
                  <a:pt x="1707902" y="459737"/>
                </a:lnTo>
                <a:lnTo>
                  <a:pt x="1663509" y="475157"/>
                </a:lnTo>
                <a:lnTo>
                  <a:pt x="1616692" y="484723"/>
                </a:lnTo>
                <a:lnTo>
                  <a:pt x="1567878" y="488007"/>
                </a:lnTo>
                <a:lnTo>
                  <a:pt x="1032571" y="488007"/>
                </a:lnTo>
                <a:lnTo>
                  <a:pt x="983758" y="491291"/>
                </a:lnTo>
                <a:lnTo>
                  <a:pt x="936940" y="500857"/>
                </a:lnTo>
                <a:lnTo>
                  <a:pt x="892547" y="516277"/>
                </a:lnTo>
                <a:lnTo>
                  <a:pt x="851007" y="537121"/>
                </a:lnTo>
                <a:lnTo>
                  <a:pt x="812749" y="562962"/>
                </a:lnTo>
                <a:lnTo>
                  <a:pt x="778202" y="593371"/>
                </a:lnTo>
                <a:lnTo>
                  <a:pt x="747793" y="627918"/>
                </a:lnTo>
                <a:lnTo>
                  <a:pt x="721952" y="666176"/>
                </a:lnTo>
                <a:lnTo>
                  <a:pt x="701108" y="707716"/>
                </a:lnTo>
                <a:lnTo>
                  <a:pt x="685688" y="752109"/>
                </a:lnTo>
                <a:lnTo>
                  <a:pt x="676122" y="798927"/>
                </a:lnTo>
                <a:lnTo>
                  <a:pt x="672838" y="847740"/>
                </a:lnTo>
                <a:lnTo>
                  <a:pt x="672838" y="2543363"/>
                </a:lnTo>
                <a:lnTo>
                  <a:pt x="669719" y="2590648"/>
                </a:lnTo>
                <a:lnTo>
                  <a:pt x="660514" y="2636722"/>
                </a:lnTo>
                <a:lnTo>
                  <a:pt x="645455" y="2681027"/>
                </a:lnTo>
                <a:lnTo>
                  <a:pt x="624774" y="2723003"/>
                </a:lnTo>
                <a:lnTo>
                  <a:pt x="598703" y="2762092"/>
                </a:lnTo>
                <a:lnTo>
                  <a:pt x="567474" y="2797733"/>
                </a:lnTo>
                <a:lnTo>
                  <a:pt x="531832" y="2828963"/>
                </a:lnTo>
                <a:lnTo>
                  <a:pt x="492743" y="2855033"/>
                </a:lnTo>
                <a:lnTo>
                  <a:pt x="450767" y="2875713"/>
                </a:lnTo>
                <a:lnTo>
                  <a:pt x="406462" y="2890771"/>
                </a:lnTo>
                <a:lnTo>
                  <a:pt x="360387" y="2899976"/>
                </a:lnTo>
                <a:lnTo>
                  <a:pt x="313102" y="2903095"/>
                </a:lnTo>
                <a:lnTo>
                  <a:pt x="0" y="2903095"/>
                </a:lnTo>
                <a:close/>
              </a:path>
            </a:pathLst>
          </a:custGeom>
          <a:solidFill>
            <a:srgbClr val="53535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grpSp>
        <p:nvGrpSpPr>
          <p:cNvPr id="72" name="Google Shape;72;p15"/>
          <p:cNvGrpSpPr/>
          <p:nvPr/>
        </p:nvGrpSpPr>
        <p:grpSpPr>
          <a:xfrm>
            <a:off x="0" y="6026467"/>
            <a:ext cx="8122920" cy="4260850"/>
            <a:chOff x="0" y="6026467"/>
            <a:chExt cx="8122920" cy="4260850"/>
          </a:xfrm>
        </p:grpSpPr>
        <p:sp>
          <p:nvSpPr>
            <p:cNvPr id="73" name="Google Shape;73;p15"/>
            <p:cNvSpPr/>
            <p:nvPr/>
          </p:nvSpPr>
          <p:spPr>
            <a:xfrm>
              <a:off x="108968" y="8100915"/>
              <a:ext cx="4463415" cy="2186305"/>
            </a:xfrm>
            <a:custGeom>
              <a:rect b="b" l="l" r="r" t="t"/>
              <a:pathLst>
                <a:path extrusionOk="0" h="2186304" w="4463415">
                  <a:moveTo>
                    <a:pt x="4463184" y="2186084"/>
                  </a:moveTo>
                  <a:lnTo>
                    <a:pt x="2811000" y="2186084"/>
                  </a:lnTo>
                  <a:lnTo>
                    <a:pt x="2788457" y="2143860"/>
                  </a:lnTo>
                  <a:lnTo>
                    <a:pt x="2754466" y="2102404"/>
                  </a:lnTo>
                  <a:lnTo>
                    <a:pt x="2713009" y="2068412"/>
                  </a:lnTo>
                  <a:lnTo>
                    <a:pt x="2666160" y="2043400"/>
                  </a:lnTo>
                  <a:lnTo>
                    <a:pt x="2615347" y="2027959"/>
                  </a:lnTo>
                  <a:lnTo>
                    <a:pt x="2561997" y="2022682"/>
                  </a:lnTo>
                  <a:lnTo>
                    <a:pt x="272191" y="2022682"/>
                  </a:lnTo>
                  <a:lnTo>
                    <a:pt x="223264" y="2018296"/>
                  </a:lnTo>
                  <a:lnTo>
                    <a:pt x="177214" y="2005652"/>
                  </a:lnTo>
                  <a:lnTo>
                    <a:pt x="134810" y="1985518"/>
                  </a:lnTo>
                  <a:lnTo>
                    <a:pt x="96821" y="1958664"/>
                  </a:lnTo>
                  <a:lnTo>
                    <a:pt x="64015" y="1925858"/>
                  </a:lnTo>
                  <a:lnTo>
                    <a:pt x="37161" y="1887868"/>
                  </a:lnTo>
                  <a:lnTo>
                    <a:pt x="17028" y="1845464"/>
                  </a:lnTo>
                  <a:lnTo>
                    <a:pt x="4385" y="1799414"/>
                  </a:lnTo>
                  <a:lnTo>
                    <a:pt x="0" y="1750488"/>
                  </a:lnTo>
                  <a:lnTo>
                    <a:pt x="0" y="272191"/>
                  </a:lnTo>
                  <a:lnTo>
                    <a:pt x="4385" y="223264"/>
                  </a:lnTo>
                  <a:lnTo>
                    <a:pt x="17029" y="177215"/>
                  </a:lnTo>
                  <a:lnTo>
                    <a:pt x="37162" y="134811"/>
                  </a:lnTo>
                  <a:lnTo>
                    <a:pt x="64016" y="96822"/>
                  </a:lnTo>
                  <a:lnTo>
                    <a:pt x="96822" y="64016"/>
                  </a:lnTo>
                  <a:lnTo>
                    <a:pt x="134811" y="37162"/>
                  </a:lnTo>
                  <a:lnTo>
                    <a:pt x="177215" y="17029"/>
                  </a:lnTo>
                  <a:lnTo>
                    <a:pt x="223264" y="4385"/>
                  </a:lnTo>
                  <a:lnTo>
                    <a:pt x="272191" y="0"/>
                  </a:lnTo>
                  <a:lnTo>
                    <a:pt x="1356798" y="0"/>
                  </a:lnTo>
                  <a:lnTo>
                    <a:pt x="1405725" y="4385"/>
                  </a:lnTo>
                  <a:lnTo>
                    <a:pt x="1451774" y="17029"/>
                  </a:lnTo>
                  <a:lnTo>
                    <a:pt x="1494178" y="37162"/>
                  </a:lnTo>
                  <a:lnTo>
                    <a:pt x="1532167" y="64016"/>
                  </a:lnTo>
                  <a:lnTo>
                    <a:pt x="1564973" y="96822"/>
                  </a:lnTo>
                  <a:lnTo>
                    <a:pt x="1591827" y="134811"/>
                  </a:lnTo>
                  <a:lnTo>
                    <a:pt x="1611960" y="177215"/>
                  </a:lnTo>
                  <a:lnTo>
                    <a:pt x="1624604" y="223264"/>
                  </a:lnTo>
                  <a:lnTo>
                    <a:pt x="1628989" y="272191"/>
                  </a:lnTo>
                  <a:lnTo>
                    <a:pt x="1628989" y="677230"/>
                  </a:lnTo>
                  <a:lnTo>
                    <a:pt x="1633375" y="726156"/>
                  </a:lnTo>
                  <a:lnTo>
                    <a:pt x="1646018" y="772206"/>
                  </a:lnTo>
                  <a:lnTo>
                    <a:pt x="1666152" y="814610"/>
                  </a:lnTo>
                  <a:lnTo>
                    <a:pt x="1693005" y="852599"/>
                  </a:lnTo>
                  <a:lnTo>
                    <a:pt x="1725811" y="885405"/>
                  </a:lnTo>
                  <a:lnTo>
                    <a:pt x="1763801" y="912259"/>
                  </a:lnTo>
                  <a:lnTo>
                    <a:pt x="1806204" y="932392"/>
                  </a:lnTo>
                  <a:lnTo>
                    <a:pt x="1852254" y="945035"/>
                  </a:lnTo>
                  <a:lnTo>
                    <a:pt x="1901181" y="949421"/>
                  </a:lnTo>
                  <a:lnTo>
                    <a:pt x="3184170" y="949421"/>
                  </a:lnTo>
                  <a:lnTo>
                    <a:pt x="3237520" y="954699"/>
                  </a:lnTo>
                  <a:lnTo>
                    <a:pt x="3288333" y="970140"/>
                  </a:lnTo>
                  <a:lnTo>
                    <a:pt x="3335182" y="995153"/>
                  </a:lnTo>
                  <a:lnTo>
                    <a:pt x="3376639" y="1029145"/>
                  </a:lnTo>
                  <a:lnTo>
                    <a:pt x="3410630" y="1070602"/>
                  </a:lnTo>
                  <a:lnTo>
                    <a:pt x="3435642" y="1117451"/>
                  </a:lnTo>
                  <a:lnTo>
                    <a:pt x="3451083" y="1168264"/>
                  </a:lnTo>
                  <a:lnTo>
                    <a:pt x="3456361" y="1221615"/>
                  </a:lnTo>
                  <a:lnTo>
                    <a:pt x="3456361" y="1571610"/>
                  </a:lnTo>
                  <a:lnTo>
                    <a:pt x="3461639" y="1624961"/>
                  </a:lnTo>
                  <a:lnTo>
                    <a:pt x="3477080" y="1675775"/>
                  </a:lnTo>
                  <a:lnTo>
                    <a:pt x="3502093" y="1722624"/>
                  </a:lnTo>
                  <a:lnTo>
                    <a:pt x="3536085" y="1764082"/>
                  </a:lnTo>
                  <a:lnTo>
                    <a:pt x="3577543" y="1798074"/>
                  </a:lnTo>
                  <a:lnTo>
                    <a:pt x="3624392" y="1823086"/>
                  </a:lnTo>
                  <a:lnTo>
                    <a:pt x="3675206" y="1838526"/>
                  </a:lnTo>
                  <a:lnTo>
                    <a:pt x="3728557" y="1843804"/>
                  </a:lnTo>
                  <a:lnTo>
                    <a:pt x="4190993" y="1843804"/>
                  </a:lnTo>
                  <a:lnTo>
                    <a:pt x="4244342" y="1849082"/>
                  </a:lnTo>
                  <a:lnTo>
                    <a:pt x="4295156" y="1864523"/>
                  </a:lnTo>
                  <a:lnTo>
                    <a:pt x="4342004" y="1889535"/>
                  </a:lnTo>
                  <a:lnTo>
                    <a:pt x="4383461" y="1923526"/>
                  </a:lnTo>
                  <a:lnTo>
                    <a:pt x="4417453" y="1964983"/>
                  </a:lnTo>
                  <a:lnTo>
                    <a:pt x="4442465" y="2011832"/>
                  </a:lnTo>
                  <a:lnTo>
                    <a:pt x="4457905" y="2062645"/>
                  </a:lnTo>
                  <a:lnTo>
                    <a:pt x="4463184" y="2115995"/>
                  </a:lnTo>
                  <a:lnTo>
                    <a:pt x="4463184" y="2186084"/>
                  </a:lnTo>
                  <a:close/>
                </a:path>
              </a:pathLst>
            </a:custGeom>
            <a:solidFill>
              <a:srgbClr val="2F2F2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" name="Google Shape;74;p15"/>
            <p:cNvSpPr/>
            <p:nvPr/>
          </p:nvSpPr>
          <p:spPr>
            <a:xfrm>
              <a:off x="0" y="6026467"/>
              <a:ext cx="8122920" cy="4260850"/>
            </a:xfrm>
            <a:custGeom>
              <a:rect b="b" l="l" r="r" t="t"/>
              <a:pathLst>
                <a:path extrusionOk="0" h="4260850" w="8122920">
                  <a:moveTo>
                    <a:pt x="3500120" y="2115985"/>
                  </a:moveTo>
                  <a:lnTo>
                    <a:pt x="3494849" y="2062645"/>
                  </a:lnTo>
                  <a:lnTo>
                    <a:pt x="3479406" y="2011832"/>
                  </a:lnTo>
                  <a:lnTo>
                    <a:pt x="3454400" y="1964982"/>
                  </a:lnTo>
                  <a:lnTo>
                    <a:pt x="3420402" y="1923516"/>
                  </a:lnTo>
                  <a:lnTo>
                    <a:pt x="3378949" y="1889531"/>
                  </a:lnTo>
                  <a:lnTo>
                    <a:pt x="3332099" y="1864512"/>
                  </a:lnTo>
                  <a:lnTo>
                    <a:pt x="3281286" y="1849081"/>
                  </a:lnTo>
                  <a:lnTo>
                    <a:pt x="3227933" y="1843798"/>
                  </a:lnTo>
                  <a:lnTo>
                    <a:pt x="2765501" y="1843798"/>
                  </a:lnTo>
                  <a:lnTo>
                    <a:pt x="2712148" y="1838515"/>
                  </a:lnTo>
                  <a:lnTo>
                    <a:pt x="2661335" y="1823085"/>
                  </a:lnTo>
                  <a:lnTo>
                    <a:pt x="2614485" y="1798066"/>
                  </a:lnTo>
                  <a:lnTo>
                    <a:pt x="2573020" y="1764080"/>
                  </a:lnTo>
                  <a:lnTo>
                    <a:pt x="2539034" y="1722615"/>
                  </a:lnTo>
                  <a:lnTo>
                    <a:pt x="2514015" y="1675765"/>
                  </a:lnTo>
                  <a:lnTo>
                    <a:pt x="2498585" y="1624952"/>
                  </a:lnTo>
                  <a:lnTo>
                    <a:pt x="2493302" y="1571599"/>
                  </a:lnTo>
                  <a:lnTo>
                    <a:pt x="2493302" y="1221613"/>
                  </a:lnTo>
                  <a:lnTo>
                    <a:pt x="2488019" y="1168260"/>
                  </a:lnTo>
                  <a:lnTo>
                    <a:pt x="2472588" y="1117447"/>
                  </a:lnTo>
                  <a:lnTo>
                    <a:pt x="2447569" y="1070597"/>
                  </a:lnTo>
                  <a:lnTo>
                    <a:pt x="2413584" y="1029144"/>
                  </a:lnTo>
                  <a:lnTo>
                    <a:pt x="2372118" y="995146"/>
                  </a:lnTo>
                  <a:lnTo>
                    <a:pt x="2325268" y="970140"/>
                  </a:lnTo>
                  <a:lnTo>
                    <a:pt x="2274455" y="954697"/>
                  </a:lnTo>
                  <a:lnTo>
                    <a:pt x="2221115" y="949413"/>
                  </a:lnTo>
                  <a:lnTo>
                    <a:pt x="938123" y="949413"/>
                  </a:lnTo>
                  <a:lnTo>
                    <a:pt x="889190" y="945032"/>
                  </a:lnTo>
                  <a:lnTo>
                    <a:pt x="843140" y="932383"/>
                  </a:lnTo>
                  <a:lnTo>
                    <a:pt x="800747" y="912253"/>
                  </a:lnTo>
                  <a:lnTo>
                    <a:pt x="762749" y="885405"/>
                  </a:lnTo>
                  <a:lnTo>
                    <a:pt x="729945" y="852589"/>
                  </a:lnTo>
                  <a:lnTo>
                    <a:pt x="703097" y="814603"/>
                  </a:lnTo>
                  <a:lnTo>
                    <a:pt x="682955" y="772198"/>
                  </a:lnTo>
                  <a:lnTo>
                    <a:pt x="670318" y="726147"/>
                  </a:lnTo>
                  <a:lnTo>
                    <a:pt x="665924" y="677227"/>
                  </a:lnTo>
                  <a:lnTo>
                    <a:pt x="665924" y="272186"/>
                  </a:lnTo>
                  <a:lnTo>
                    <a:pt x="661543" y="223253"/>
                  </a:lnTo>
                  <a:lnTo>
                    <a:pt x="648906" y="177215"/>
                  </a:lnTo>
                  <a:lnTo>
                    <a:pt x="628764" y="134810"/>
                  </a:lnTo>
                  <a:lnTo>
                    <a:pt x="601916" y="96812"/>
                  </a:lnTo>
                  <a:lnTo>
                    <a:pt x="569112" y="64008"/>
                  </a:lnTo>
                  <a:lnTo>
                    <a:pt x="531114" y="37160"/>
                  </a:lnTo>
                  <a:lnTo>
                    <a:pt x="488721" y="17030"/>
                  </a:lnTo>
                  <a:lnTo>
                    <a:pt x="442671" y="4381"/>
                  </a:lnTo>
                  <a:lnTo>
                    <a:pt x="393738" y="0"/>
                  </a:lnTo>
                  <a:lnTo>
                    <a:pt x="0" y="0"/>
                  </a:lnTo>
                  <a:lnTo>
                    <a:pt x="0" y="2022678"/>
                  </a:lnTo>
                  <a:lnTo>
                    <a:pt x="1598942" y="2022678"/>
                  </a:lnTo>
                  <a:lnTo>
                    <a:pt x="1652282" y="2027948"/>
                  </a:lnTo>
                  <a:lnTo>
                    <a:pt x="1703095" y="2043391"/>
                  </a:lnTo>
                  <a:lnTo>
                    <a:pt x="1749945" y="2068410"/>
                  </a:lnTo>
                  <a:lnTo>
                    <a:pt x="1791411" y="2102396"/>
                  </a:lnTo>
                  <a:lnTo>
                    <a:pt x="1825396" y="2143861"/>
                  </a:lnTo>
                  <a:lnTo>
                    <a:pt x="1850415" y="2190699"/>
                  </a:lnTo>
                  <a:lnTo>
                    <a:pt x="1865845" y="2241512"/>
                  </a:lnTo>
                  <a:lnTo>
                    <a:pt x="1871129" y="2294864"/>
                  </a:lnTo>
                  <a:lnTo>
                    <a:pt x="1871129" y="2644864"/>
                  </a:lnTo>
                  <a:lnTo>
                    <a:pt x="1875510" y="2693797"/>
                  </a:lnTo>
                  <a:lnTo>
                    <a:pt x="1888159" y="2739847"/>
                  </a:lnTo>
                  <a:lnTo>
                    <a:pt x="1908289" y="2782252"/>
                  </a:lnTo>
                  <a:lnTo>
                    <a:pt x="1935149" y="2820238"/>
                  </a:lnTo>
                  <a:lnTo>
                    <a:pt x="1967953" y="2853042"/>
                  </a:lnTo>
                  <a:lnTo>
                    <a:pt x="2005939" y="2879902"/>
                  </a:lnTo>
                  <a:lnTo>
                    <a:pt x="2048344" y="2900032"/>
                  </a:lnTo>
                  <a:lnTo>
                    <a:pt x="2094395" y="2912668"/>
                  </a:lnTo>
                  <a:lnTo>
                    <a:pt x="2143328" y="2917063"/>
                  </a:lnTo>
                  <a:lnTo>
                    <a:pt x="3227933" y="2917063"/>
                  </a:lnTo>
                  <a:lnTo>
                    <a:pt x="3281286" y="2911779"/>
                  </a:lnTo>
                  <a:lnTo>
                    <a:pt x="3332099" y="2896336"/>
                  </a:lnTo>
                  <a:lnTo>
                    <a:pt x="3378949" y="2871330"/>
                  </a:lnTo>
                  <a:lnTo>
                    <a:pt x="3420402" y="2837332"/>
                  </a:lnTo>
                  <a:lnTo>
                    <a:pt x="3454400" y="2795879"/>
                  </a:lnTo>
                  <a:lnTo>
                    <a:pt x="3479406" y="2749029"/>
                  </a:lnTo>
                  <a:lnTo>
                    <a:pt x="3494849" y="2698216"/>
                  </a:lnTo>
                  <a:lnTo>
                    <a:pt x="3500120" y="2644864"/>
                  </a:lnTo>
                  <a:lnTo>
                    <a:pt x="3500120" y="2115985"/>
                  </a:lnTo>
                  <a:close/>
                </a:path>
                <a:path extrusionOk="0" h="4260850" w="8122920">
                  <a:moveTo>
                    <a:pt x="8122361" y="3911562"/>
                  </a:moveTo>
                  <a:lnTo>
                    <a:pt x="8117980" y="3862628"/>
                  </a:lnTo>
                  <a:lnTo>
                    <a:pt x="8105330" y="3816578"/>
                  </a:lnTo>
                  <a:lnTo>
                    <a:pt x="8085201" y="3774173"/>
                  </a:lnTo>
                  <a:lnTo>
                    <a:pt x="8058353" y="3736187"/>
                  </a:lnTo>
                  <a:lnTo>
                    <a:pt x="8025549" y="3703383"/>
                  </a:lnTo>
                  <a:lnTo>
                    <a:pt x="7987551" y="3676523"/>
                  </a:lnTo>
                  <a:lnTo>
                    <a:pt x="7945145" y="3656393"/>
                  </a:lnTo>
                  <a:lnTo>
                    <a:pt x="7899095" y="3643744"/>
                  </a:lnTo>
                  <a:lnTo>
                    <a:pt x="7850175" y="3639362"/>
                  </a:lnTo>
                  <a:lnTo>
                    <a:pt x="5560365" y="3639362"/>
                  </a:lnTo>
                  <a:lnTo>
                    <a:pt x="5507012" y="3634079"/>
                  </a:lnTo>
                  <a:lnTo>
                    <a:pt x="5456199" y="3618649"/>
                  </a:lnTo>
                  <a:lnTo>
                    <a:pt x="5409362" y="3593630"/>
                  </a:lnTo>
                  <a:lnTo>
                    <a:pt x="5367896" y="3559645"/>
                  </a:lnTo>
                  <a:lnTo>
                    <a:pt x="5333911" y="3518179"/>
                  </a:lnTo>
                  <a:lnTo>
                    <a:pt x="5308892" y="3471329"/>
                  </a:lnTo>
                  <a:lnTo>
                    <a:pt x="5293449" y="3420516"/>
                  </a:lnTo>
                  <a:lnTo>
                    <a:pt x="5288178" y="3367176"/>
                  </a:lnTo>
                  <a:lnTo>
                    <a:pt x="5288178" y="3017177"/>
                  </a:lnTo>
                  <a:lnTo>
                    <a:pt x="5283797" y="2968244"/>
                  </a:lnTo>
                  <a:lnTo>
                    <a:pt x="5271147" y="2922193"/>
                  </a:lnTo>
                  <a:lnTo>
                    <a:pt x="5251018" y="2879788"/>
                  </a:lnTo>
                  <a:lnTo>
                    <a:pt x="5224157" y="2841802"/>
                  </a:lnTo>
                  <a:lnTo>
                    <a:pt x="5191353" y="2808998"/>
                  </a:lnTo>
                  <a:lnTo>
                    <a:pt x="5153368" y="2782138"/>
                  </a:lnTo>
                  <a:lnTo>
                    <a:pt x="5110962" y="2762008"/>
                  </a:lnTo>
                  <a:lnTo>
                    <a:pt x="5064912" y="2749359"/>
                  </a:lnTo>
                  <a:lnTo>
                    <a:pt x="5015979" y="2744978"/>
                  </a:lnTo>
                  <a:lnTo>
                    <a:pt x="3931374" y="2744978"/>
                  </a:lnTo>
                  <a:lnTo>
                    <a:pt x="3878021" y="2750261"/>
                  </a:lnTo>
                  <a:lnTo>
                    <a:pt x="3827208" y="2765704"/>
                  </a:lnTo>
                  <a:lnTo>
                    <a:pt x="3780358" y="2790710"/>
                  </a:lnTo>
                  <a:lnTo>
                    <a:pt x="3738905" y="2824708"/>
                  </a:lnTo>
                  <a:lnTo>
                    <a:pt x="3704907" y="2866161"/>
                  </a:lnTo>
                  <a:lnTo>
                    <a:pt x="3679901" y="2913011"/>
                  </a:lnTo>
                  <a:lnTo>
                    <a:pt x="3664458" y="2963824"/>
                  </a:lnTo>
                  <a:lnTo>
                    <a:pt x="3659187" y="3017177"/>
                  </a:lnTo>
                  <a:lnTo>
                    <a:pt x="3659187" y="3546043"/>
                  </a:lnTo>
                  <a:lnTo>
                    <a:pt x="3664458" y="3599396"/>
                  </a:lnTo>
                  <a:lnTo>
                    <a:pt x="3679901" y="3650208"/>
                  </a:lnTo>
                  <a:lnTo>
                    <a:pt x="3704907" y="3697059"/>
                  </a:lnTo>
                  <a:lnTo>
                    <a:pt x="3738905" y="3738511"/>
                  </a:lnTo>
                  <a:lnTo>
                    <a:pt x="3780358" y="3772509"/>
                  </a:lnTo>
                  <a:lnTo>
                    <a:pt x="3827208" y="3797516"/>
                  </a:lnTo>
                  <a:lnTo>
                    <a:pt x="3878021" y="3812959"/>
                  </a:lnTo>
                  <a:lnTo>
                    <a:pt x="3931374" y="3818242"/>
                  </a:lnTo>
                  <a:lnTo>
                    <a:pt x="4393806" y="3818242"/>
                  </a:lnTo>
                  <a:lnTo>
                    <a:pt x="4447159" y="3823512"/>
                  </a:lnTo>
                  <a:lnTo>
                    <a:pt x="4497971" y="3838956"/>
                  </a:lnTo>
                  <a:lnTo>
                    <a:pt x="4544822" y="3863975"/>
                  </a:lnTo>
                  <a:lnTo>
                    <a:pt x="4586275" y="3897960"/>
                  </a:lnTo>
                  <a:lnTo>
                    <a:pt x="4620272" y="3939413"/>
                  </a:lnTo>
                  <a:lnTo>
                    <a:pt x="4645279" y="3986263"/>
                  </a:lnTo>
                  <a:lnTo>
                    <a:pt x="4660722" y="4037088"/>
                  </a:lnTo>
                  <a:lnTo>
                    <a:pt x="4666005" y="4090428"/>
                  </a:lnTo>
                  <a:lnTo>
                    <a:pt x="4666005" y="4260532"/>
                  </a:lnTo>
                  <a:lnTo>
                    <a:pt x="8122361" y="4260532"/>
                  </a:lnTo>
                  <a:lnTo>
                    <a:pt x="8122361" y="3911562"/>
                  </a:lnTo>
                  <a:close/>
                </a:path>
              </a:pathLst>
            </a:custGeom>
            <a:solidFill>
              <a:srgbClr val="53535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pic>
        <p:nvPicPr>
          <p:cNvPr descr="0e3745d5-1c69-4e3a-98a5-92ee00ca2a12.jpg" id="75" name="Google Shape;7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10400" y="71437"/>
            <a:ext cx="2971799" cy="1643063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 txBox="1"/>
          <p:nvPr/>
        </p:nvSpPr>
        <p:spPr>
          <a:xfrm>
            <a:off x="5189000" y="2594500"/>
            <a:ext cx="92553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  </a:t>
            </a:r>
            <a:r>
              <a:rPr b="1" lang="en-US" sz="138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onekey</a:t>
            </a:r>
            <a:endParaRPr b="1" sz="13800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3671750" y="6160050"/>
            <a:ext cx="12289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1155CC"/>
                </a:solidFill>
              </a:rPr>
              <a:t>    PRESENTED BY : TEAM HACK OVERFLOW </a:t>
            </a:r>
            <a:endParaRPr b="1" sz="4000">
              <a:solidFill>
                <a:srgbClr val="1155C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CB9C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/>
          <p:nvPr/>
        </p:nvSpPr>
        <p:spPr>
          <a:xfrm>
            <a:off x="16495377" y="7120455"/>
            <a:ext cx="1793239" cy="3166745"/>
          </a:xfrm>
          <a:custGeom>
            <a:rect b="b" l="l" r="r" t="t"/>
            <a:pathLst>
              <a:path extrusionOk="0" h="3166745" w="1793240">
                <a:moveTo>
                  <a:pt x="1792622" y="0"/>
                </a:moveTo>
                <a:lnTo>
                  <a:pt x="1792622" y="3166544"/>
                </a:lnTo>
                <a:lnTo>
                  <a:pt x="0" y="3166544"/>
                </a:lnTo>
                <a:lnTo>
                  <a:pt x="0" y="2774819"/>
                </a:lnTo>
                <a:lnTo>
                  <a:pt x="3284" y="2726006"/>
                </a:lnTo>
                <a:lnTo>
                  <a:pt x="12850" y="2679189"/>
                </a:lnTo>
                <a:lnTo>
                  <a:pt x="28270" y="2634796"/>
                </a:lnTo>
                <a:lnTo>
                  <a:pt x="49115" y="2593257"/>
                </a:lnTo>
                <a:lnTo>
                  <a:pt x="74955" y="2554999"/>
                </a:lnTo>
                <a:lnTo>
                  <a:pt x="105364" y="2520451"/>
                </a:lnTo>
                <a:lnTo>
                  <a:pt x="139911" y="2490043"/>
                </a:lnTo>
                <a:lnTo>
                  <a:pt x="178169" y="2464202"/>
                </a:lnTo>
                <a:lnTo>
                  <a:pt x="219709" y="2443358"/>
                </a:lnTo>
                <a:lnTo>
                  <a:pt x="264102" y="2427938"/>
                </a:lnTo>
                <a:lnTo>
                  <a:pt x="310919" y="2418372"/>
                </a:lnTo>
                <a:lnTo>
                  <a:pt x="359732" y="2415087"/>
                </a:lnTo>
                <a:lnTo>
                  <a:pt x="895040" y="2415087"/>
                </a:lnTo>
                <a:lnTo>
                  <a:pt x="943854" y="2411803"/>
                </a:lnTo>
                <a:lnTo>
                  <a:pt x="990672" y="2402237"/>
                </a:lnTo>
                <a:lnTo>
                  <a:pt x="1035065" y="2386817"/>
                </a:lnTo>
                <a:lnTo>
                  <a:pt x="1076604" y="2365973"/>
                </a:lnTo>
                <a:lnTo>
                  <a:pt x="1114862" y="2340132"/>
                </a:lnTo>
                <a:lnTo>
                  <a:pt x="1149410" y="2309724"/>
                </a:lnTo>
                <a:lnTo>
                  <a:pt x="1179818" y="2275176"/>
                </a:lnTo>
                <a:lnTo>
                  <a:pt x="1205659" y="2236918"/>
                </a:lnTo>
                <a:lnTo>
                  <a:pt x="1226503" y="2195379"/>
                </a:lnTo>
                <a:lnTo>
                  <a:pt x="1241923" y="2150986"/>
                </a:lnTo>
                <a:lnTo>
                  <a:pt x="1251489" y="2104168"/>
                </a:lnTo>
                <a:lnTo>
                  <a:pt x="1254773" y="2055355"/>
                </a:lnTo>
                <a:lnTo>
                  <a:pt x="1254773" y="359732"/>
                </a:lnTo>
                <a:lnTo>
                  <a:pt x="1257892" y="312447"/>
                </a:lnTo>
                <a:lnTo>
                  <a:pt x="1267097" y="266372"/>
                </a:lnTo>
                <a:lnTo>
                  <a:pt x="1282156" y="222067"/>
                </a:lnTo>
                <a:lnTo>
                  <a:pt x="1302836" y="180091"/>
                </a:lnTo>
                <a:lnTo>
                  <a:pt x="1328907" y="141002"/>
                </a:lnTo>
                <a:lnTo>
                  <a:pt x="1360137" y="105361"/>
                </a:lnTo>
                <a:lnTo>
                  <a:pt x="1395779" y="74132"/>
                </a:lnTo>
                <a:lnTo>
                  <a:pt x="1434868" y="48061"/>
                </a:lnTo>
                <a:lnTo>
                  <a:pt x="1476844" y="27381"/>
                </a:lnTo>
                <a:lnTo>
                  <a:pt x="1521150" y="12323"/>
                </a:lnTo>
                <a:lnTo>
                  <a:pt x="1567225" y="3119"/>
                </a:lnTo>
                <a:lnTo>
                  <a:pt x="1614510" y="0"/>
                </a:lnTo>
                <a:lnTo>
                  <a:pt x="1792622" y="0"/>
                </a:lnTo>
                <a:close/>
              </a:path>
            </a:pathLst>
          </a:custGeom>
          <a:solidFill>
            <a:srgbClr val="53535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3" name="Google Shape;83;p16"/>
          <p:cNvSpPr txBox="1"/>
          <p:nvPr/>
        </p:nvSpPr>
        <p:spPr>
          <a:xfrm>
            <a:off x="9693130" y="5264129"/>
            <a:ext cx="7722000" cy="19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3975">
            <a:spAutoFit/>
          </a:bodyPr>
          <a:lstStyle/>
          <a:p>
            <a:pPr indent="0" lvl="0" marL="0" marR="5080" rtl="0" algn="l">
              <a:lnSpc>
                <a:spcPct val="118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2F2F2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555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6510" lvl="0" marL="28575" marR="5080" rtl="0" algn="l">
              <a:lnSpc>
                <a:spcPct val="118461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2F2F2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6510" lvl="0" marL="28575" marR="5080" rtl="0" algn="l">
              <a:lnSpc>
                <a:spcPct val="99354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t/>
            </a:r>
            <a:endParaRPr sz="3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9815400" y="1698550"/>
            <a:ext cx="6956400" cy="75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3325">
            <a:spAutoFit/>
          </a:bodyPr>
          <a:lstStyle/>
          <a:p>
            <a:pPr indent="0" lvl="0" marL="0" marR="5080" rtl="0" algn="l">
              <a:lnSpc>
                <a:spcPct val="1184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6510" lvl="0" marL="28575" marR="5080" rtl="0" algn="l">
              <a:lnSpc>
                <a:spcPct val="993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Trebuchet MS"/>
                <a:ea typeface="Trebuchet MS"/>
                <a:cs typeface="Trebuchet MS"/>
                <a:sym typeface="Trebuchet MS"/>
              </a:rPr>
              <a:t>C</a:t>
            </a:r>
            <a:r>
              <a:rPr b="1" lang="en-US" sz="3200">
                <a:solidFill>
                  <a:srgbClr val="660000"/>
                </a:solidFill>
                <a:latin typeface="Trebuchet MS"/>
                <a:ea typeface="Trebuchet MS"/>
                <a:cs typeface="Trebuchet MS"/>
                <a:sym typeface="Trebuchet MS"/>
              </a:rPr>
              <a:t>ollege: HIT,HALDIA</a:t>
            </a:r>
            <a:endParaRPr b="1" sz="3200">
              <a:solidFill>
                <a:srgbClr val="66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6510" lvl="0" marL="28575" marR="5080" rtl="0" algn="l">
              <a:lnSpc>
                <a:spcPct val="993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66000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Department: CSE-DS</a:t>
            </a:r>
            <a:endParaRPr b="1" sz="3200">
              <a:solidFill>
                <a:srgbClr val="66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6510" lvl="0" marL="28575" marR="5080" rtl="0" algn="l">
              <a:lnSpc>
                <a:spcPct val="993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66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6510" lvl="0" marL="28575" marR="5080" rtl="0" algn="l">
              <a:lnSpc>
                <a:spcPct val="993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66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5080" rtl="0" algn="l">
              <a:lnSpc>
                <a:spcPct val="993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660000"/>
                </a:solidFill>
                <a:latin typeface="Trebuchet MS"/>
                <a:ea typeface="Trebuchet MS"/>
                <a:cs typeface="Trebuchet MS"/>
                <a:sym typeface="Trebuchet MS"/>
              </a:rPr>
              <a:t>College: HIT,HALDIA</a:t>
            </a:r>
            <a:endParaRPr b="1" sz="3200">
              <a:solidFill>
                <a:srgbClr val="66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6510" lvl="0" marL="28575" marR="5080" rtl="0" algn="l">
              <a:lnSpc>
                <a:spcPct val="993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66000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Department:CSE</a:t>
            </a:r>
            <a:endParaRPr b="1" sz="3200">
              <a:solidFill>
                <a:srgbClr val="66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6510" lvl="0" marL="28575" marR="5080" rtl="0" algn="l">
              <a:lnSpc>
                <a:spcPct val="993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66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6510" lvl="0" marL="28575" marR="5080" rtl="0" algn="l">
              <a:lnSpc>
                <a:spcPct val="993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66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5080" rtl="0" algn="l">
              <a:lnSpc>
                <a:spcPct val="993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660000"/>
                </a:solidFill>
                <a:latin typeface="Trebuchet MS"/>
                <a:ea typeface="Trebuchet MS"/>
                <a:cs typeface="Trebuchet MS"/>
                <a:sym typeface="Trebuchet MS"/>
              </a:rPr>
              <a:t>College: HIT,HALDIA</a:t>
            </a:r>
            <a:endParaRPr b="1" sz="3200">
              <a:solidFill>
                <a:srgbClr val="66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6510" lvl="0" marL="28575" marR="5080" rtl="0" algn="l">
              <a:lnSpc>
                <a:spcPct val="993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66000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Department: IT</a:t>
            </a:r>
            <a:endParaRPr b="1" sz="3200">
              <a:solidFill>
                <a:srgbClr val="66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6510" lvl="0" marL="28575" marR="5080" rtl="0" algn="l">
              <a:lnSpc>
                <a:spcPct val="993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66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5080" rtl="0" algn="l">
              <a:lnSpc>
                <a:spcPct val="993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66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5080" rtl="0" algn="l">
              <a:lnSpc>
                <a:spcPct val="993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660000"/>
                </a:solidFill>
                <a:latin typeface="Trebuchet MS"/>
                <a:ea typeface="Trebuchet MS"/>
                <a:cs typeface="Trebuchet MS"/>
                <a:sym typeface="Trebuchet MS"/>
              </a:rPr>
              <a:t>College:HIT,HALDIA</a:t>
            </a:r>
            <a:endParaRPr b="1" sz="3200">
              <a:solidFill>
                <a:srgbClr val="66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6510" lvl="0" marL="28575" marR="5080" rtl="0" algn="l">
              <a:lnSpc>
                <a:spcPct val="993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66000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Department: EE</a:t>
            </a:r>
            <a:endParaRPr b="1" sz="3200">
              <a:solidFill>
                <a:srgbClr val="66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85" name="Google Shape;85;p16"/>
          <p:cNvGrpSpPr/>
          <p:nvPr/>
        </p:nvGrpSpPr>
        <p:grpSpPr>
          <a:xfrm>
            <a:off x="13969984" y="0"/>
            <a:ext cx="4318635" cy="3743952"/>
            <a:chOff x="13969984" y="0"/>
            <a:chExt cx="4318635" cy="3743952"/>
          </a:xfrm>
        </p:grpSpPr>
        <p:sp>
          <p:nvSpPr>
            <p:cNvPr id="86" name="Google Shape;86;p16"/>
            <p:cNvSpPr/>
            <p:nvPr/>
          </p:nvSpPr>
          <p:spPr>
            <a:xfrm>
              <a:off x="13969984" y="0"/>
              <a:ext cx="4318635" cy="2190750"/>
            </a:xfrm>
            <a:custGeom>
              <a:rect b="b" l="l" r="r" t="t"/>
              <a:pathLst>
                <a:path extrusionOk="0" h="2190750" w="4318634">
                  <a:moveTo>
                    <a:pt x="4318016" y="2190346"/>
                  </a:moveTo>
                  <a:lnTo>
                    <a:pt x="4105453" y="2190346"/>
                  </a:lnTo>
                  <a:lnTo>
                    <a:pt x="4056639" y="2187062"/>
                  </a:lnTo>
                  <a:lnTo>
                    <a:pt x="4009821" y="2177496"/>
                  </a:lnTo>
                  <a:lnTo>
                    <a:pt x="3965427" y="2162076"/>
                  </a:lnTo>
                  <a:lnTo>
                    <a:pt x="3923887" y="2141232"/>
                  </a:lnTo>
                  <a:lnTo>
                    <a:pt x="3885628" y="2115391"/>
                  </a:lnTo>
                  <a:lnTo>
                    <a:pt x="3851080" y="2084982"/>
                  </a:lnTo>
                  <a:lnTo>
                    <a:pt x="3820672" y="2050434"/>
                  </a:lnTo>
                  <a:lnTo>
                    <a:pt x="3794831" y="2012176"/>
                  </a:lnTo>
                  <a:lnTo>
                    <a:pt x="3773986" y="1970635"/>
                  </a:lnTo>
                  <a:lnTo>
                    <a:pt x="3758566" y="1926242"/>
                  </a:lnTo>
                  <a:lnTo>
                    <a:pt x="3749000" y="1879424"/>
                  </a:lnTo>
                  <a:lnTo>
                    <a:pt x="3745716" y="1830610"/>
                  </a:lnTo>
                  <a:lnTo>
                    <a:pt x="3745716" y="1368045"/>
                  </a:lnTo>
                  <a:lnTo>
                    <a:pt x="3742597" y="1320760"/>
                  </a:lnTo>
                  <a:lnTo>
                    <a:pt x="3733393" y="1274686"/>
                  </a:lnTo>
                  <a:lnTo>
                    <a:pt x="3718334" y="1230381"/>
                  </a:lnTo>
                  <a:lnTo>
                    <a:pt x="3697654" y="1188405"/>
                  </a:lnTo>
                  <a:lnTo>
                    <a:pt x="3671583" y="1149316"/>
                  </a:lnTo>
                  <a:lnTo>
                    <a:pt x="3640353" y="1113675"/>
                  </a:lnTo>
                  <a:lnTo>
                    <a:pt x="3604712" y="1082445"/>
                  </a:lnTo>
                  <a:lnTo>
                    <a:pt x="3565624" y="1056375"/>
                  </a:lnTo>
                  <a:lnTo>
                    <a:pt x="3523648" y="1035695"/>
                  </a:lnTo>
                  <a:lnTo>
                    <a:pt x="3479343" y="1020636"/>
                  </a:lnTo>
                  <a:lnTo>
                    <a:pt x="3433268" y="1011432"/>
                  </a:lnTo>
                  <a:lnTo>
                    <a:pt x="3385984" y="1008312"/>
                  </a:lnTo>
                  <a:lnTo>
                    <a:pt x="359732" y="1008312"/>
                  </a:lnTo>
                  <a:lnTo>
                    <a:pt x="310919" y="1005028"/>
                  </a:lnTo>
                  <a:lnTo>
                    <a:pt x="264101" y="995461"/>
                  </a:lnTo>
                  <a:lnTo>
                    <a:pt x="219708" y="980041"/>
                  </a:lnTo>
                  <a:lnTo>
                    <a:pt x="178168" y="959197"/>
                  </a:lnTo>
                  <a:lnTo>
                    <a:pt x="139910" y="933355"/>
                  </a:lnTo>
                  <a:lnTo>
                    <a:pt x="105363" y="902947"/>
                  </a:lnTo>
                  <a:lnTo>
                    <a:pt x="74954" y="868399"/>
                  </a:lnTo>
                  <a:lnTo>
                    <a:pt x="49114" y="830141"/>
                  </a:lnTo>
                  <a:lnTo>
                    <a:pt x="28269" y="788601"/>
                  </a:lnTo>
                  <a:lnTo>
                    <a:pt x="12850" y="744207"/>
                  </a:lnTo>
                  <a:lnTo>
                    <a:pt x="3284" y="697390"/>
                  </a:lnTo>
                  <a:lnTo>
                    <a:pt x="0" y="648576"/>
                  </a:lnTo>
                  <a:lnTo>
                    <a:pt x="0" y="0"/>
                  </a:lnTo>
                  <a:lnTo>
                    <a:pt x="4318016" y="0"/>
                  </a:lnTo>
                  <a:lnTo>
                    <a:pt x="4318016" y="2190346"/>
                  </a:lnTo>
                  <a:close/>
                </a:path>
              </a:pathLst>
            </a:custGeom>
            <a:solidFill>
              <a:srgbClr val="2F2F2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" name="Google Shape;87;p16"/>
            <p:cNvSpPr/>
            <p:nvPr/>
          </p:nvSpPr>
          <p:spPr>
            <a:xfrm>
              <a:off x="15473726" y="1142992"/>
              <a:ext cx="2814320" cy="2600960"/>
            </a:xfrm>
            <a:custGeom>
              <a:rect b="b" l="l" r="r" t="t"/>
              <a:pathLst>
                <a:path extrusionOk="0" h="2600960" w="2814319">
                  <a:moveTo>
                    <a:pt x="359732" y="0"/>
                  </a:moveTo>
                  <a:lnTo>
                    <a:pt x="1793173" y="0"/>
                  </a:lnTo>
                  <a:lnTo>
                    <a:pt x="1841988" y="3283"/>
                  </a:lnTo>
                  <a:lnTo>
                    <a:pt x="1888806" y="12850"/>
                  </a:lnTo>
                  <a:lnTo>
                    <a:pt x="1933199" y="28269"/>
                  </a:lnTo>
                  <a:lnTo>
                    <a:pt x="1974740" y="49114"/>
                  </a:lnTo>
                  <a:lnTo>
                    <a:pt x="2012998" y="74955"/>
                  </a:lnTo>
                  <a:lnTo>
                    <a:pt x="2047546" y="105364"/>
                  </a:lnTo>
                  <a:lnTo>
                    <a:pt x="2077955" y="139912"/>
                  </a:lnTo>
                  <a:lnTo>
                    <a:pt x="2103796" y="178170"/>
                  </a:lnTo>
                  <a:lnTo>
                    <a:pt x="2124640" y="219710"/>
                  </a:lnTo>
                  <a:lnTo>
                    <a:pt x="2140060" y="264104"/>
                  </a:lnTo>
                  <a:lnTo>
                    <a:pt x="2149626" y="310922"/>
                  </a:lnTo>
                  <a:lnTo>
                    <a:pt x="2152910" y="359736"/>
                  </a:lnTo>
                  <a:lnTo>
                    <a:pt x="2152910" y="822300"/>
                  </a:lnTo>
                  <a:lnTo>
                    <a:pt x="2156029" y="869585"/>
                  </a:lnTo>
                  <a:lnTo>
                    <a:pt x="2165234" y="915660"/>
                  </a:lnTo>
                  <a:lnTo>
                    <a:pt x="2180292" y="959965"/>
                  </a:lnTo>
                  <a:lnTo>
                    <a:pt x="2200972" y="1001941"/>
                  </a:lnTo>
                  <a:lnTo>
                    <a:pt x="2227043" y="1041030"/>
                  </a:lnTo>
                  <a:lnTo>
                    <a:pt x="2258273" y="1076671"/>
                  </a:lnTo>
                  <a:lnTo>
                    <a:pt x="2293914" y="1107901"/>
                  </a:lnTo>
                  <a:lnTo>
                    <a:pt x="2333003" y="1133971"/>
                  </a:lnTo>
                  <a:lnTo>
                    <a:pt x="2374979" y="1154651"/>
                  </a:lnTo>
                  <a:lnTo>
                    <a:pt x="2419284" y="1169709"/>
                  </a:lnTo>
                  <a:lnTo>
                    <a:pt x="2465358" y="1178914"/>
                  </a:lnTo>
                  <a:lnTo>
                    <a:pt x="2512643" y="1182033"/>
                  </a:lnTo>
                  <a:lnTo>
                    <a:pt x="2814274" y="1182033"/>
                  </a:lnTo>
                  <a:lnTo>
                    <a:pt x="2814274" y="2600475"/>
                  </a:lnTo>
                  <a:lnTo>
                    <a:pt x="1690367" y="2600475"/>
                  </a:lnTo>
                  <a:lnTo>
                    <a:pt x="1643082" y="2597355"/>
                  </a:lnTo>
                  <a:lnTo>
                    <a:pt x="1597008" y="2588150"/>
                  </a:lnTo>
                  <a:lnTo>
                    <a:pt x="1552703" y="2573091"/>
                  </a:lnTo>
                  <a:lnTo>
                    <a:pt x="1510727" y="2552411"/>
                  </a:lnTo>
                  <a:lnTo>
                    <a:pt x="1471639" y="2526340"/>
                  </a:lnTo>
                  <a:lnTo>
                    <a:pt x="1435998" y="2495110"/>
                  </a:lnTo>
                  <a:lnTo>
                    <a:pt x="1404768" y="2459468"/>
                  </a:lnTo>
                  <a:lnTo>
                    <a:pt x="1378697" y="2420380"/>
                  </a:lnTo>
                  <a:lnTo>
                    <a:pt x="1358017" y="2378403"/>
                  </a:lnTo>
                  <a:lnTo>
                    <a:pt x="1342958" y="2334098"/>
                  </a:lnTo>
                  <a:lnTo>
                    <a:pt x="1333754" y="2288023"/>
                  </a:lnTo>
                  <a:lnTo>
                    <a:pt x="1330635" y="2240738"/>
                  </a:lnTo>
                  <a:lnTo>
                    <a:pt x="1330635" y="1778177"/>
                  </a:lnTo>
                  <a:lnTo>
                    <a:pt x="1327515" y="1730892"/>
                  </a:lnTo>
                  <a:lnTo>
                    <a:pt x="1318310" y="1684817"/>
                  </a:lnTo>
                  <a:lnTo>
                    <a:pt x="1303251" y="1640511"/>
                  </a:lnTo>
                  <a:lnTo>
                    <a:pt x="1282570" y="1598535"/>
                  </a:lnTo>
                  <a:lnTo>
                    <a:pt x="1256499" y="1559446"/>
                  </a:lnTo>
                  <a:lnTo>
                    <a:pt x="1225269" y="1523804"/>
                  </a:lnTo>
                  <a:lnTo>
                    <a:pt x="1189627" y="1492574"/>
                  </a:lnTo>
                  <a:lnTo>
                    <a:pt x="1150538" y="1466503"/>
                  </a:lnTo>
                  <a:lnTo>
                    <a:pt x="1108561" y="1445823"/>
                  </a:lnTo>
                  <a:lnTo>
                    <a:pt x="1064255" y="1430765"/>
                  </a:lnTo>
                  <a:lnTo>
                    <a:pt x="1018180" y="1421560"/>
                  </a:lnTo>
                  <a:lnTo>
                    <a:pt x="970895" y="1418441"/>
                  </a:lnTo>
                  <a:lnTo>
                    <a:pt x="359732" y="1418441"/>
                  </a:lnTo>
                  <a:lnTo>
                    <a:pt x="312447" y="1415322"/>
                  </a:lnTo>
                  <a:lnTo>
                    <a:pt x="266372" y="1406117"/>
                  </a:lnTo>
                  <a:lnTo>
                    <a:pt x="222067" y="1391059"/>
                  </a:lnTo>
                  <a:lnTo>
                    <a:pt x="180091" y="1370379"/>
                  </a:lnTo>
                  <a:lnTo>
                    <a:pt x="141003" y="1344308"/>
                  </a:lnTo>
                  <a:lnTo>
                    <a:pt x="105361" y="1313079"/>
                  </a:lnTo>
                  <a:lnTo>
                    <a:pt x="74131" y="1277437"/>
                  </a:lnTo>
                  <a:lnTo>
                    <a:pt x="48061" y="1238349"/>
                  </a:lnTo>
                  <a:lnTo>
                    <a:pt x="27381" y="1196372"/>
                  </a:lnTo>
                  <a:lnTo>
                    <a:pt x="12323" y="1152067"/>
                  </a:lnTo>
                  <a:lnTo>
                    <a:pt x="3119" y="1105993"/>
                  </a:lnTo>
                  <a:lnTo>
                    <a:pt x="0" y="1058708"/>
                  </a:lnTo>
                  <a:lnTo>
                    <a:pt x="0" y="359736"/>
                  </a:lnTo>
                  <a:lnTo>
                    <a:pt x="3119" y="312451"/>
                  </a:lnTo>
                  <a:lnTo>
                    <a:pt x="12323" y="266376"/>
                  </a:lnTo>
                  <a:lnTo>
                    <a:pt x="27381" y="222071"/>
                  </a:lnTo>
                  <a:lnTo>
                    <a:pt x="48061" y="180095"/>
                  </a:lnTo>
                  <a:lnTo>
                    <a:pt x="74131" y="141006"/>
                  </a:lnTo>
                  <a:lnTo>
                    <a:pt x="105361" y="105364"/>
                  </a:lnTo>
                  <a:lnTo>
                    <a:pt x="141003" y="74134"/>
                  </a:lnTo>
                  <a:lnTo>
                    <a:pt x="180091" y="48064"/>
                  </a:lnTo>
                  <a:lnTo>
                    <a:pt x="222067" y="27383"/>
                  </a:lnTo>
                  <a:lnTo>
                    <a:pt x="266372" y="12324"/>
                  </a:lnTo>
                  <a:lnTo>
                    <a:pt x="312447" y="3119"/>
                  </a:lnTo>
                  <a:lnTo>
                    <a:pt x="359732" y="0"/>
                  </a:lnTo>
                  <a:close/>
                </a:path>
              </a:pathLst>
            </a:custGeom>
            <a:solidFill>
              <a:srgbClr val="53535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88" name="Google Shape;88;p16"/>
          <p:cNvSpPr/>
          <p:nvPr/>
        </p:nvSpPr>
        <p:spPr>
          <a:xfrm>
            <a:off x="0" y="0"/>
            <a:ext cx="1927860" cy="2903220"/>
          </a:xfrm>
          <a:custGeom>
            <a:rect b="b" l="l" r="r" t="t"/>
            <a:pathLst>
              <a:path extrusionOk="0" h="2903220" w="1927860">
                <a:moveTo>
                  <a:pt x="0" y="2903095"/>
                </a:moveTo>
                <a:lnTo>
                  <a:pt x="0" y="0"/>
                </a:lnTo>
                <a:lnTo>
                  <a:pt x="1927611" y="0"/>
                </a:lnTo>
                <a:lnTo>
                  <a:pt x="1927611" y="128274"/>
                </a:lnTo>
                <a:lnTo>
                  <a:pt x="1924327" y="177088"/>
                </a:lnTo>
                <a:lnTo>
                  <a:pt x="1914761" y="223905"/>
                </a:lnTo>
                <a:lnTo>
                  <a:pt x="1899341" y="268298"/>
                </a:lnTo>
                <a:lnTo>
                  <a:pt x="1878496" y="309838"/>
                </a:lnTo>
                <a:lnTo>
                  <a:pt x="1852655" y="348095"/>
                </a:lnTo>
                <a:lnTo>
                  <a:pt x="1822247" y="382643"/>
                </a:lnTo>
                <a:lnTo>
                  <a:pt x="1787700" y="413051"/>
                </a:lnTo>
                <a:lnTo>
                  <a:pt x="1749442" y="438892"/>
                </a:lnTo>
                <a:lnTo>
                  <a:pt x="1707902" y="459737"/>
                </a:lnTo>
                <a:lnTo>
                  <a:pt x="1663509" y="475157"/>
                </a:lnTo>
                <a:lnTo>
                  <a:pt x="1616692" y="484723"/>
                </a:lnTo>
                <a:lnTo>
                  <a:pt x="1567878" y="488007"/>
                </a:lnTo>
                <a:lnTo>
                  <a:pt x="1032571" y="488007"/>
                </a:lnTo>
                <a:lnTo>
                  <a:pt x="983758" y="491291"/>
                </a:lnTo>
                <a:lnTo>
                  <a:pt x="936940" y="500857"/>
                </a:lnTo>
                <a:lnTo>
                  <a:pt x="892547" y="516277"/>
                </a:lnTo>
                <a:lnTo>
                  <a:pt x="851007" y="537121"/>
                </a:lnTo>
                <a:lnTo>
                  <a:pt x="812749" y="562962"/>
                </a:lnTo>
                <a:lnTo>
                  <a:pt x="778202" y="593371"/>
                </a:lnTo>
                <a:lnTo>
                  <a:pt x="747793" y="627918"/>
                </a:lnTo>
                <a:lnTo>
                  <a:pt x="721952" y="666176"/>
                </a:lnTo>
                <a:lnTo>
                  <a:pt x="701108" y="707716"/>
                </a:lnTo>
                <a:lnTo>
                  <a:pt x="685688" y="752109"/>
                </a:lnTo>
                <a:lnTo>
                  <a:pt x="676122" y="798927"/>
                </a:lnTo>
                <a:lnTo>
                  <a:pt x="672838" y="847740"/>
                </a:lnTo>
                <a:lnTo>
                  <a:pt x="672838" y="2543363"/>
                </a:lnTo>
                <a:lnTo>
                  <a:pt x="669719" y="2590648"/>
                </a:lnTo>
                <a:lnTo>
                  <a:pt x="660514" y="2636722"/>
                </a:lnTo>
                <a:lnTo>
                  <a:pt x="645455" y="2681027"/>
                </a:lnTo>
                <a:lnTo>
                  <a:pt x="624774" y="2723003"/>
                </a:lnTo>
                <a:lnTo>
                  <a:pt x="598703" y="2762092"/>
                </a:lnTo>
                <a:lnTo>
                  <a:pt x="567474" y="2797733"/>
                </a:lnTo>
                <a:lnTo>
                  <a:pt x="531832" y="2828963"/>
                </a:lnTo>
                <a:lnTo>
                  <a:pt x="492743" y="2855033"/>
                </a:lnTo>
                <a:lnTo>
                  <a:pt x="450767" y="2875713"/>
                </a:lnTo>
                <a:lnTo>
                  <a:pt x="406462" y="2890771"/>
                </a:lnTo>
                <a:lnTo>
                  <a:pt x="360387" y="2899976"/>
                </a:lnTo>
                <a:lnTo>
                  <a:pt x="313102" y="2903095"/>
                </a:lnTo>
                <a:lnTo>
                  <a:pt x="0" y="2903095"/>
                </a:lnTo>
                <a:close/>
              </a:path>
            </a:pathLst>
          </a:custGeom>
          <a:solidFill>
            <a:srgbClr val="53535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descr="0e3745d5-1c69-4e3a-98a5-92ee00ca2a12.jpg" id="89" name="Google Shape;8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10400" y="1"/>
            <a:ext cx="2971800" cy="140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6"/>
          <p:cNvSpPr txBox="1"/>
          <p:nvPr/>
        </p:nvSpPr>
        <p:spPr>
          <a:xfrm>
            <a:off x="3563875" y="2378875"/>
            <a:ext cx="5517000" cy="69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783F0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N</a:t>
            </a:r>
            <a:r>
              <a:rPr b="1" lang="en-US" sz="3200">
                <a:solidFill>
                  <a:srgbClr val="783F0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ame:ABHIRAJ ADHIKARY</a:t>
            </a:r>
            <a:endParaRPr b="1" sz="3200">
              <a:solidFill>
                <a:srgbClr val="783F0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783F0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Year: 2nd</a:t>
            </a:r>
            <a:endParaRPr b="1" sz="3200">
              <a:solidFill>
                <a:srgbClr val="783F0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783F0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783F0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MEMBER 1:</a:t>
            </a:r>
            <a:endParaRPr b="1" sz="3200">
              <a:solidFill>
                <a:srgbClr val="783F0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783F0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Name:ANIK CHAND</a:t>
            </a:r>
            <a:endParaRPr b="1" sz="3200">
              <a:solidFill>
                <a:srgbClr val="783F0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783F0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Year: 2nd</a:t>
            </a:r>
            <a:endParaRPr b="1" sz="3200">
              <a:solidFill>
                <a:srgbClr val="783F0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783F0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783F0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MEMBER 2:</a:t>
            </a:r>
            <a:endParaRPr b="1" sz="3200">
              <a:solidFill>
                <a:srgbClr val="783F0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783F0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Name: SREE</a:t>
            </a:r>
            <a:r>
              <a:rPr b="1" lang="en-US" sz="3000">
                <a:solidFill>
                  <a:srgbClr val="783F0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JA MAITY </a:t>
            </a:r>
            <a:endParaRPr b="1" sz="3000">
              <a:solidFill>
                <a:srgbClr val="783F0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783F0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Year: 2nd</a:t>
            </a:r>
            <a:endParaRPr b="1" sz="3000">
              <a:solidFill>
                <a:srgbClr val="783F0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783F0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783F0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MEMBER 3:</a:t>
            </a:r>
            <a:endParaRPr b="1" sz="3000">
              <a:solidFill>
                <a:srgbClr val="783F0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783F0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Name:RADHIKA KUMARI</a:t>
            </a:r>
            <a:endParaRPr b="1" sz="3000">
              <a:solidFill>
                <a:srgbClr val="783F0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783F0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Year: 1st </a:t>
            </a:r>
            <a:endParaRPr b="1" sz="3000">
              <a:solidFill>
                <a:srgbClr val="783F0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3740768" y="1844916"/>
            <a:ext cx="14413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66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TEAM LEADER</a:t>
            </a:r>
            <a:endParaRPr b="1" sz="2900">
              <a:solidFill>
                <a:srgbClr val="66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92" name="Google Shape;92;p16"/>
          <p:cNvSpPr/>
          <p:nvPr/>
        </p:nvSpPr>
        <p:spPr>
          <a:xfrm flipH="1" rot="10800000">
            <a:off x="58950" y="7986198"/>
            <a:ext cx="1416977" cy="2300802"/>
          </a:xfrm>
          <a:custGeom>
            <a:rect b="b" l="l" r="r" t="t"/>
            <a:pathLst>
              <a:path extrusionOk="0" h="2903220" w="1927860">
                <a:moveTo>
                  <a:pt x="0" y="2903095"/>
                </a:moveTo>
                <a:lnTo>
                  <a:pt x="0" y="0"/>
                </a:lnTo>
                <a:lnTo>
                  <a:pt x="1927611" y="0"/>
                </a:lnTo>
                <a:lnTo>
                  <a:pt x="1927611" y="128274"/>
                </a:lnTo>
                <a:lnTo>
                  <a:pt x="1924327" y="177088"/>
                </a:lnTo>
                <a:lnTo>
                  <a:pt x="1914761" y="223905"/>
                </a:lnTo>
                <a:lnTo>
                  <a:pt x="1899341" y="268298"/>
                </a:lnTo>
                <a:lnTo>
                  <a:pt x="1878496" y="309838"/>
                </a:lnTo>
                <a:lnTo>
                  <a:pt x="1852655" y="348095"/>
                </a:lnTo>
                <a:lnTo>
                  <a:pt x="1822247" y="382643"/>
                </a:lnTo>
                <a:lnTo>
                  <a:pt x="1787700" y="413051"/>
                </a:lnTo>
                <a:lnTo>
                  <a:pt x="1749442" y="438892"/>
                </a:lnTo>
                <a:lnTo>
                  <a:pt x="1707902" y="459737"/>
                </a:lnTo>
                <a:lnTo>
                  <a:pt x="1663509" y="475157"/>
                </a:lnTo>
                <a:lnTo>
                  <a:pt x="1616692" y="484723"/>
                </a:lnTo>
                <a:lnTo>
                  <a:pt x="1567878" y="488007"/>
                </a:lnTo>
                <a:lnTo>
                  <a:pt x="1032571" y="488007"/>
                </a:lnTo>
                <a:lnTo>
                  <a:pt x="983758" y="491291"/>
                </a:lnTo>
                <a:lnTo>
                  <a:pt x="936940" y="500857"/>
                </a:lnTo>
                <a:lnTo>
                  <a:pt x="892547" y="516277"/>
                </a:lnTo>
                <a:lnTo>
                  <a:pt x="851007" y="537121"/>
                </a:lnTo>
                <a:lnTo>
                  <a:pt x="812749" y="562962"/>
                </a:lnTo>
                <a:lnTo>
                  <a:pt x="778202" y="593371"/>
                </a:lnTo>
                <a:lnTo>
                  <a:pt x="747793" y="627918"/>
                </a:lnTo>
                <a:lnTo>
                  <a:pt x="721952" y="666176"/>
                </a:lnTo>
                <a:lnTo>
                  <a:pt x="701108" y="707716"/>
                </a:lnTo>
                <a:lnTo>
                  <a:pt x="685688" y="752109"/>
                </a:lnTo>
                <a:lnTo>
                  <a:pt x="676122" y="798927"/>
                </a:lnTo>
                <a:lnTo>
                  <a:pt x="672838" y="847740"/>
                </a:lnTo>
                <a:lnTo>
                  <a:pt x="672838" y="2543363"/>
                </a:lnTo>
                <a:lnTo>
                  <a:pt x="669719" y="2590648"/>
                </a:lnTo>
                <a:lnTo>
                  <a:pt x="660514" y="2636722"/>
                </a:lnTo>
                <a:lnTo>
                  <a:pt x="645455" y="2681027"/>
                </a:lnTo>
                <a:lnTo>
                  <a:pt x="624774" y="2723003"/>
                </a:lnTo>
                <a:lnTo>
                  <a:pt x="598703" y="2762092"/>
                </a:lnTo>
                <a:lnTo>
                  <a:pt x="567474" y="2797733"/>
                </a:lnTo>
                <a:lnTo>
                  <a:pt x="531832" y="2828963"/>
                </a:lnTo>
                <a:lnTo>
                  <a:pt x="492743" y="2855033"/>
                </a:lnTo>
                <a:lnTo>
                  <a:pt x="450767" y="2875713"/>
                </a:lnTo>
                <a:lnTo>
                  <a:pt x="406462" y="2890771"/>
                </a:lnTo>
                <a:lnTo>
                  <a:pt x="360387" y="2899976"/>
                </a:lnTo>
                <a:lnTo>
                  <a:pt x="313102" y="2903095"/>
                </a:lnTo>
                <a:lnTo>
                  <a:pt x="0" y="2903095"/>
                </a:lnTo>
                <a:close/>
              </a:path>
            </a:pathLst>
          </a:custGeom>
          <a:solidFill>
            <a:srgbClr val="53535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CB9C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type="title"/>
          </p:nvPr>
        </p:nvSpPr>
        <p:spPr>
          <a:xfrm>
            <a:off x="-501443" y="-1466324"/>
            <a:ext cx="14989500" cy="24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52375">
            <a:spAutoFit/>
          </a:bodyPr>
          <a:lstStyle/>
          <a:p>
            <a:pPr indent="0" lvl="0" marL="22656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/>
              <a:t>          </a:t>
            </a:r>
            <a:endParaRPr sz="6000"/>
          </a:p>
        </p:txBody>
      </p:sp>
      <p:pic>
        <p:nvPicPr>
          <p:cNvPr descr="0e3745d5-1c69-4e3a-98a5-92ee00ca2a12.jpg" id="98" name="Google Shape;9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10400" y="0"/>
            <a:ext cx="2971800" cy="1643063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/>
          <p:nvPr/>
        </p:nvSpPr>
        <p:spPr>
          <a:xfrm>
            <a:off x="2250107" y="2134021"/>
            <a:ext cx="12987600" cy="16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/>
              <a:t>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Juggling 10 -50+ API keys across providersis painfull : </a:t>
            </a:r>
            <a:endParaRPr sz="4000"/>
          </a:p>
        </p:txBody>
      </p:sp>
      <p:sp>
        <p:nvSpPr>
          <p:cNvPr id="100" name="Google Shape;100;p17"/>
          <p:cNvSpPr/>
          <p:nvPr/>
        </p:nvSpPr>
        <p:spPr>
          <a:xfrm>
            <a:off x="803850" y="1130920"/>
            <a:ext cx="15384900" cy="21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Trebuchet MS"/>
              <a:buNone/>
            </a:pPr>
            <a:r>
              <a:rPr b="1" lang="en-US" sz="7200">
                <a:solidFill>
                  <a:srgbClr val="A64D79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b="1" lang="en-US" sz="7200">
                <a:solidFill>
                  <a:srgbClr val="FF00FF"/>
                </a:solidFill>
                <a:latin typeface="Trebuchet MS"/>
                <a:ea typeface="Trebuchet MS"/>
                <a:cs typeface="Trebuchet MS"/>
                <a:sym typeface="Trebuchet MS"/>
              </a:rPr>
              <a:t>THE PROBLEMS DEVELOPERS FACE</a:t>
            </a:r>
            <a:endParaRPr sz="6700">
              <a:solidFill>
                <a:srgbClr val="FF00FF"/>
              </a:solidFill>
            </a:endParaRPr>
          </a:p>
        </p:txBody>
      </p:sp>
      <p:sp>
        <p:nvSpPr>
          <p:cNvPr id="101" name="Google Shape;101;p17"/>
          <p:cNvSpPr txBox="1"/>
          <p:nvPr/>
        </p:nvSpPr>
        <p:spPr>
          <a:xfrm>
            <a:off x="3580725" y="5553150"/>
            <a:ext cx="14778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02" name="Google Shape;102;p17"/>
          <p:cNvSpPr txBox="1"/>
          <p:nvPr/>
        </p:nvSpPr>
        <p:spPr>
          <a:xfrm>
            <a:off x="2220250" y="3869616"/>
            <a:ext cx="13716000" cy="58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CC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C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• Plaintext keys on disk → security nightmare.</a:t>
            </a:r>
            <a:endParaRPr sz="2800">
              <a:solidFill>
                <a:srgbClr val="CC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C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• Different API signatures → constant code changes when switching providers.</a:t>
            </a:r>
            <a:endParaRPr sz="2800">
              <a:solidFill>
                <a:srgbClr val="CC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C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• No visibility into usage → surprise bills, no idea which key is burning tokens.</a:t>
            </a:r>
            <a:endParaRPr sz="2800">
              <a:solidFill>
                <a:srgbClr val="CC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C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• Hard to rotate or expire</a:t>
            </a:r>
            <a:r>
              <a:rPr lang="en-US" sz="2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-US" sz="2800">
                <a:solidFill>
                  <a:srgbClr val="CC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keys → manual, error-prone process.</a:t>
            </a:r>
            <a:endParaRPr sz="2800">
              <a:solidFill>
                <a:srgbClr val="CC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• </a:t>
            </a:r>
            <a:endParaRPr sz="2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rgbClr val="07376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OneKey solves al</a:t>
            </a:r>
            <a:r>
              <a:rPr lang="en-US" sz="2900">
                <a:solidFill>
                  <a:srgbClr val="07376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 </a:t>
            </a:r>
            <a:r>
              <a:rPr lang="en-US" sz="3200">
                <a:solidFill>
                  <a:srgbClr val="07376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of this</a:t>
            </a:r>
            <a:r>
              <a:rPr lang="en-US" sz="2900">
                <a:solidFill>
                  <a:srgbClr val="07376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— </a:t>
            </a:r>
            <a:r>
              <a:rPr lang="en-US" sz="3000">
                <a:solidFill>
                  <a:srgbClr val="07376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one</a:t>
            </a:r>
            <a:r>
              <a:rPr lang="en-US" sz="4100">
                <a:solidFill>
                  <a:srgbClr val="07376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-US" sz="3400">
                <a:solidFill>
                  <a:srgbClr val="07376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secure vault, one unified interface, beautiful CLI + web dashboard, zero vendor lock-in</a:t>
            </a:r>
            <a:r>
              <a:rPr lang="en-US" sz="34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.</a:t>
            </a:r>
            <a:endParaRPr sz="34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03" name="Google Shape;103;p17"/>
          <p:cNvSpPr/>
          <p:nvPr/>
        </p:nvSpPr>
        <p:spPr>
          <a:xfrm>
            <a:off x="0" y="0"/>
            <a:ext cx="1927860" cy="2903220"/>
          </a:xfrm>
          <a:custGeom>
            <a:rect b="b" l="l" r="r" t="t"/>
            <a:pathLst>
              <a:path extrusionOk="0" h="2903220" w="1927860">
                <a:moveTo>
                  <a:pt x="0" y="2903095"/>
                </a:moveTo>
                <a:lnTo>
                  <a:pt x="0" y="0"/>
                </a:lnTo>
                <a:lnTo>
                  <a:pt x="1927611" y="0"/>
                </a:lnTo>
                <a:lnTo>
                  <a:pt x="1927611" y="128274"/>
                </a:lnTo>
                <a:lnTo>
                  <a:pt x="1924327" y="177088"/>
                </a:lnTo>
                <a:lnTo>
                  <a:pt x="1914761" y="223905"/>
                </a:lnTo>
                <a:lnTo>
                  <a:pt x="1899341" y="268298"/>
                </a:lnTo>
                <a:lnTo>
                  <a:pt x="1878496" y="309838"/>
                </a:lnTo>
                <a:lnTo>
                  <a:pt x="1852655" y="348095"/>
                </a:lnTo>
                <a:lnTo>
                  <a:pt x="1822247" y="382643"/>
                </a:lnTo>
                <a:lnTo>
                  <a:pt x="1787700" y="413051"/>
                </a:lnTo>
                <a:lnTo>
                  <a:pt x="1749442" y="438892"/>
                </a:lnTo>
                <a:lnTo>
                  <a:pt x="1707902" y="459737"/>
                </a:lnTo>
                <a:lnTo>
                  <a:pt x="1663509" y="475157"/>
                </a:lnTo>
                <a:lnTo>
                  <a:pt x="1616692" y="484723"/>
                </a:lnTo>
                <a:lnTo>
                  <a:pt x="1567878" y="488007"/>
                </a:lnTo>
                <a:lnTo>
                  <a:pt x="1032571" y="488007"/>
                </a:lnTo>
                <a:lnTo>
                  <a:pt x="983758" y="491291"/>
                </a:lnTo>
                <a:lnTo>
                  <a:pt x="936940" y="500857"/>
                </a:lnTo>
                <a:lnTo>
                  <a:pt x="892547" y="516277"/>
                </a:lnTo>
                <a:lnTo>
                  <a:pt x="851007" y="537121"/>
                </a:lnTo>
                <a:lnTo>
                  <a:pt x="812749" y="562962"/>
                </a:lnTo>
                <a:lnTo>
                  <a:pt x="778202" y="593371"/>
                </a:lnTo>
                <a:lnTo>
                  <a:pt x="747793" y="627918"/>
                </a:lnTo>
                <a:lnTo>
                  <a:pt x="721952" y="666176"/>
                </a:lnTo>
                <a:lnTo>
                  <a:pt x="701108" y="707716"/>
                </a:lnTo>
                <a:lnTo>
                  <a:pt x="685688" y="752109"/>
                </a:lnTo>
                <a:lnTo>
                  <a:pt x="676122" y="798927"/>
                </a:lnTo>
                <a:lnTo>
                  <a:pt x="672838" y="847740"/>
                </a:lnTo>
                <a:lnTo>
                  <a:pt x="672838" y="2543363"/>
                </a:lnTo>
                <a:lnTo>
                  <a:pt x="669719" y="2590648"/>
                </a:lnTo>
                <a:lnTo>
                  <a:pt x="660514" y="2636722"/>
                </a:lnTo>
                <a:lnTo>
                  <a:pt x="645455" y="2681027"/>
                </a:lnTo>
                <a:lnTo>
                  <a:pt x="624774" y="2723003"/>
                </a:lnTo>
                <a:lnTo>
                  <a:pt x="598703" y="2762092"/>
                </a:lnTo>
                <a:lnTo>
                  <a:pt x="567474" y="2797733"/>
                </a:lnTo>
                <a:lnTo>
                  <a:pt x="531832" y="2828963"/>
                </a:lnTo>
                <a:lnTo>
                  <a:pt x="492743" y="2855033"/>
                </a:lnTo>
                <a:lnTo>
                  <a:pt x="450767" y="2875713"/>
                </a:lnTo>
                <a:lnTo>
                  <a:pt x="406462" y="2890771"/>
                </a:lnTo>
                <a:lnTo>
                  <a:pt x="360387" y="2899976"/>
                </a:lnTo>
                <a:lnTo>
                  <a:pt x="313102" y="2903095"/>
                </a:lnTo>
                <a:lnTo>
                  <a:pt x="0" y="2903095"/>
                </a:lnTo>
                <a:close/>
              </a:path>
            </a:pathLst>
          </a:custGeom>
          <a:solidFill>
            <a:srgbClr val="53535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4" name="Google Shape;104;p17"/>
          <p:cNvSpPr/>
          <p:nvPr/>
        </p:nvSpPr>
        <p:spPr>
          <a:xfrm>
            <a:off x="14488377" y="1"/>
            <a:ext cx="3799966" cy="2181549"/>
          </a:xfrm>
          <a:custGeom>
            <a:rect b="b" l="l" r="r" t="t"/>
            <a:pathLst>
              <a:path extrusionOk="0" h="2190750" w="4318634">
                <a:moveTo>
                  <a:pt x="4318016" y="2190346"/>
                </a:moveTo>
                <a:lnTo>
                  <a:pt x="4105453" y="2190346"/>
                </a:lnTo>
                <a:lnTo>
                  <a:pt x="4056639" y="2187062"/>
                </a:lnTo>
                <a:lnTo>
                  <a:pt x="4009821" y="2177496"/>
                </a:lnTo>
                <a:lnTo>
                  <a:pt x="3965427" y="2162076"/>
                </a:lnTo>
                <a:lnTo>
                  <a:pt x="3923887" y="2141232"/>
                </a:lnTo>
                <a:lnTo>
                  <a:pt x="3885628" y="2115391"/>
                </a:lnTo>
                <a:lnTo>
                  <a:pt x="3851080" y="2084982"/>
                </a:lnTo>
                <a:lnTo>
                  <a:pt x="3820672" y="2050434"/>
                </a:lnTo>
                <a:lnTo>
                  <a:pt x="3794831" y="2012176"/>
                </a:lnTo>
                <a:lnTo>
                  <a:pt x="3773986" y="1970635"/>
                </a:lnTo>
                <a:lnTo>
                  <a:pt x="3758566" y="1926242"/>
                </a:lnTo>
                <a:lnTo>
                  <a:pt x="3749000" y="1879424"/>
                </a:lnTo>
                <a:lnTo>
                  <a:pt x="3745716" y="1830610"/>
                </a:lnTo>
                <a:lnTo>
                  <a:pt x="3745716" y="1368045"/>
                </a:lnTo>
                <a:lnTo>
                  <a:pt x="3742597" y="1320760"/>
                </a:lnTo>
                <a:lnTo>
                  <a:pt x="3733393" y="1274686"/>
                </a:lnTo>
                <a:lnTo>
                  <a:pt x="3718334" y="1230381"/>
                </a:lnTo>
                <a:lnTo>
                  <a:pt x="3697654" y="1188405"/>
                </a:lnTo>
                <a:lnTo>
                  <a:pt x="3671583" y="1149316"/>
                </a:lnTo>
                <a:lnTo>
                  <a:pt x="3640353" y="1113675"/>
                </a:lnTo>
                <a:lnTo>
                  <a:pt x="3604712" y="1082445"/>
                </a:lnTo>
                <a:lnTo>
                  <a:pt x="3565624" y="1056375"/>
                </a:lnTo>
                <a:lnTo>
                  <a:pt x="3523648" y="1035695"/>
                </a:lnTo>
                <a:lnTo>
                  <a:pt x="3479343" y="1020636"/>
                </a:lnTo>
                <a:lnTo>
                  <a:pt x="3433268" y="1011432"/>
                </a:lnTo>
                <a:lnTo>
                  <a:pt x="3385984" y="1008312"/>
                </a:lnTo>
                <a:lnTo>
                  <a:pt x="359732" y="1008312"/>
                </a:lnTo>
                <a:lnTo>
                  <a:pt x="310919" y="1005028"/>
                </a:lnTo>
                <a:lnTo>
                  <a:pt x="264101" y="995461"/>
                </a:lnTo>
                <a:lnTo>
                  <a:pt x="219708" y="980041"/>
                </a:lnTo>
                <a:lnTo>
                  <a:pt x="178168" y="959197"/>
                </a:lnTo>
                <a:lnTo>
                  <a:pt x="139910" y="933355"/>
                </a:lnTo>
                <a:lnTo>
                  <a:pt x="105363" y="902947"/>
                </a:lnTo>
                <a:lnTo>
                  <a:pt x="74954" y="868399"/>
                </a:lnTo>
                <a:lnTo>
                  <a:pt x="49114" y="830141"/>
                </a:lnTo>
                <a:lnTo>
                  <a:pt x="28269" y="788601"/>
                </a:lnTo>
                <a:lnTo>
                  <a:pt x="12850" y="744207"/>
                </a:lnTo>
                <a:lnTo>
                  <a:pt x="3284" y="697390"/>
                </a:lnTo>
                <a:lnTo>
                  <a:pt x="0" y="648576"/>
                </a:lnTo>
                <a:lnTo>
                  <a:pt x="0" y="0"/>
                </a:lnTo>
                <a:lnTo>
                  <a:pt x="4318016" y="0"/>
                </a:lnTo>
                <a:lnTo>
                  <a:pt x="4318016" y="2190346"/>
                </a:lnTo>
                <a:close/>
              </a:path>
            </a:pathLst>
          </a:custGeom>
          <a:solidFill>
            <a:srgbClr val="2F2F2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83"/>
          </a:p>
        </p:txBody>
      </p:sp>
      <p:sp>
        <p:nvSpPr>
          <p:cNvPr id="105" name="Google Shape;105;p17"/>
          <p:cNvSpPr/>
          <p:nvPr/>
        </p:nvSpPr>
        <p:spPr>
          <a:xfrm>
            <a:off x="16495377" y="7120455"/>
            <a:ext cx="1793240" cy="3166745"/>
          </a:xfrm>
          <a:custGeom>
            <a:rect b="b" l="l" r="r" t="t"/>
            <a:pathLst>
              <a:path extrusionOk="0" h="3166745" w="1793240">
                <a:moveTo>
                  <a:pt x="1792622" y="0"/>
                </a:moveTo>
                <a:lnTo>
                  <a:pt x="1792622" y="3166544"/>
                </a:lnTo>
                <a:lnTo>
                  <a:pt x="0" y="3166544"/>
                </a:lnTo>
                <a:lnTo>
                  <a:pt x="0" y="2774819"/>
                </a:lnTo>
                <a:lnTo>
                  <a:pt x="3284" y="2726006"/>
                </a:lnTo>
                <a:lnTo>
                  <a:pt x="12850" y="2679189"/>
                </a:lnTo>
                <a:lnTo>
                  <a:pt x="28270" y="2634796"/>
                </a:lnTo>
                <a:lnTo>
                  <a:pt x="49115" y="2593257"/>
                </a:lnTo>
                <a:lnTo>
                  <a:pt x="74955" y="2554999"/>
                </a:lnTo>
                <a:lnTo>
                  <a:pt x="105364" y="2520451"/>
                </a:lnTo>
                <a:lnTo>
                  <a:pt x="139911" y="2490043"/>
                </a:lnTo>
                <a:lnTo>
                  <a:pt x="178169" y="2464202"/>
                </a:lnTo>
                <a:lnTo>
                  <a:pt x="219709" y="2443358"/>
                </a:lnTo>
                <a:lnTo>
                  <a:pt x="264102" y="2427938"/>
                </a:lnTo>
                <a:lnTo>
                  <a:pt x="310919" y="2418372"/>
                </a:lnTo>
                <a:lnTo>
                  <a:pt x="359732" y="2415087"/>
                </a:lnTo>
                <a:lnTo>
                  <a:pt x="895040" y="2415087"/>
                </a:lnTo>
                <a:lnTo>
                  <a:pt x="943854" y="2411803"/>
                </a:lnTo>
                <a:lnTo>
                  <a:pt x="990672" y="2402237"/>
                </a:lnTo>
                <a:lnTo>
                  <a:pt x="1035065" y="2386817"/>
                </a:lnTo>
                <a:lnTo>
                  <a:pt x="1076604" y="2365973"/>
                </a:lnTo>
                <a:lnTo>
                  <a:pt x="1114862" y="2340132"/>
                </a:lnTo>
                <a:lnTo>
                  <a:pt x="1149410" y="2309724"/>
                </a:lnTo>
                <a:lnTo>
                  <a:pt x="1179818" y="2275176"/>
                </a:lnTo>
                <a:lnTo>
                  <a:pt x="1205659" y="2236918"/>
                </a:lnTo>
                <a:lnTo>
                  <a:pt x="1226503" y="2195379"/>
                </a:lnTo>
                <a:lnTo>
                  <a:pt x="1241923" y="2150986"/>
                </a:lnTo>
                <a:lnTo>
                  <a:pt x="1251489" y="2104168"/>
                </a:lnTo>
                <a:lnTo>
                  <a:pt x="1254773" y="2055355"/>
                </a:lnTo>
                <a:lnTo>
                  <a:pt x="1254773" y="359732"/>
                </a:lnTo>
                <a:lnTo>
                  <a:pt x="1257892" y="312447"/>
                </a:lnTo>
                <a:lnTo>
                  <a:pt x="1267097" y="266372"/>
                </a:lnTo>
                <a:lnTo>
                  <a:pt x="1282156" y="222067"/>
                </a:lnTo>
                <a:lnTo>
                  <a:pt x="1302836" y="180091"/>
                </a:lnTo>
                <a:lnTo>
                  <a:pt x="1328907" y="141002"/>
                </a:lnTo>
                <a:lnTo>
                  <a:pt x="1360137" y="105361"/>
                </a:lnTo>
                <a:lnTo>
                  <a:pt x="1395779" y="74132"/>
                </a:lnTo>
                <a:lnTo>
                  <a:pt x="1434868" y="48061"/>
                </a:lnTo>
                <a:lnTo>
                  <a:pt x="1476844" y="27381"/>
                </a:lnTo>
                <a:lnTo>
                  <a:pt x="1521150" y="12323"/>
                </a:lnTo>
                <a:lnTo>
                  <a:pt x="1567225" y="3119"/>
                </a:lnTo>
                <a:lnTo>
                  <a:pt x="1614510" y="0"/>
                </a:lnTo>
                <a:lnTo>
                  <a:pt x="1792622" y="0"/>
                </a:lnTo>
                <a:close/>
              </a:path>
            </a:pathLst>
          </a:custGeom>
          <a:solidFill>
            <a:srgbClr val="53535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6" name="Google Shape;106;p17"/>
          <p:cNvSpPr/>
          <p:nvPr/>
        </p:nvSpPr>
        <p:spPr>
          <a:xfrm>
            <a:off x="14488377" y="1"/>
            <a:ext cx="3799966" cy="2181549"/>
          </a:xfrm>
          <a:custGeom>
            <a:rect b="b" l="l" r="r" t="t"/>
            <a:pathLst>
              <a:path extrusionOk="0" h="2190750" w="4318634">
                <a:moveTo>
                  <a:pt x="4318016" y="2190346"/>
                </a:moveTo>
                <a:lnTo>
                  <a:pt x="4105453" y="2190346"/>
                </a:lnTo>
                <a:lnTo>
                  <a:pt x="4056639" y="2187062"/>
                </a:lnTo>
                <a:lnTo>
                  <a:pt x="4009821" y="2177496"/>
                </a:lnTo>
                <a:lnTo>
                  <a:pt x="3965427" y="2162076"/>
                </a:lnTo>
                <a:lnTo>
                  <a:pt x="3923887" y="2141232"/>
                </a:lnTo>
                <a:lnTo>
                  <a:pt x="3885628" y="2115391"/>
                </a:lnTo>
                <a:lnTo>
                  <a:pt x="3851080" y="2084982"/>
                </a:lnTo>
                <a:lnTo>
                  <a:pt x="3820672" y="2050434"/>
                </a:lnTo>
                <a:lnTo>
                  <a:pt x="3794831" y="2012176"/>
                </a:lnTo>
                <a:lnTo>
                  <a:pt x="3773986" y="1970635"/>
                </a:lnTo>
                <a:lnTo>
                  <a:pt x="3758566" y="1926242"/>
                </a:lnTo>
                <a:lnTo>
                  <a:pt x="3749000" y="1879424"/>
                </a:lnTo>
                <a:lnTo>
                  <a:pt x="3745716" y="1830610"/>
                </a:lnTo>
                <a:lnTo>
                  <a:pt x="3745716" y="1368045"/>
                </a:lnTo>
                <a:lnTo>
                  <a:pt x="3742597" y="1320760"/>
                </a:lnTo>
                <a:lnTo>
                  <a:pt x="3733393" y="1274686"/>
                </a:lnTo>
                <a:lnTo>
                  <a:pt x="3718334" y="1230381"/>
                </a:lnTo>
                <a:lnTo>
                  <a:pt x="3697654" y="1188405"/>
                </a:lnTo>
                <a:lnTo>
                  <a:pt x="3671583" y="1149316"/>
                </a:lnTo>
                <a:lnTo>
                  <a:pt x="3640353" y="1113675"/>
                </a:lnTo>
                <a:lnTo>
                  <a:pt x="3604712" y="1082445"/>
                </a:lnTo>
                <a:lnTo>
                  <a:pt x="3565624" y="1056375"/>
                </a:lnTo>
                <a:lnTo>
                  <a:pt x="3523648" y="1035695"/>
                </a:lnTo>
                <a:lnTo>
                  <a:pt x="3479343" y="1020636"/>
                </a:lnTo>
                <a:lnTo>
                  <a:pt x="3433268" y="1011432"/>
                </a:lnTo>
                <a:lnTo>
                  <a:pt x="3385984" y="1008312"/>
                </a:lnTo>
                <a:lnTo>
                  <a:pt x="359732" y="1008312"/>
                </a:lnTo>
                <a:lnTo>
                  <a:pt x="310919" y="1005028"/>
                </a:lnTo>
                <a:lnTo>
                  <a:pt x="264101" y="995461"/>
                </a:lnTo>
                <a:lnTo>
                  <a:pt x="219708" y="980041"/>
                </a:lnTo>
                <a:lnTo>
                  <a:pt x="178168" y="959197"/>
                </a:lnTo>
                <a:lnTo>
                  <a:pt x="139910" y="933355"/>
                </a:lnTo>
                <a:lnTo>
                  <a:pt x="105363" y="902947"/>
                </a:lnTo>
                <a:lnTo>
                  <a:pt x="74954" y="868399"/>
                </a:lnTo>
                <a:lnTo>
                  <a:pt x="49114" y="830141"/>
                </a:lnTo>
                <a:lnTo>
                  <a:pt x="28269" y="788601"/>
                </a:lnTo>
                <a:lnTo>
                  <a:pt x="12850" y="744207"/>
                </a:lnTo>
                <a:lnTo>
                  <a:pt x="3284" y="697390"/>
                </a:lnTo>
                <a:lnTo>
                  <a:pt x="0" y="648576"/>
                </a:lnTo>
                <a:lnTo>
                  <a:pt x="0" y="0"/>
                </a:lnTo>
                <a:lnTo>
                  <a:pt x="4318016" y="0"/>
                </a:lnTo>
                <a:lnTo>
                  <a:pt x="4318016" y="2190346"/>
                </a:lnTo>
                <a:close/>
              </a:path>
            </a:pathLst>
          </a:custGeom>
          <a:solidFill>
            <a:srgbClr val="2F2F2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83"/>
          </a:p>
        </p:txBody>
      </p:sp>
      <p:sp>
        <p:nvSpPr>
          <p:cNvPr id="107" name="Google Shape;107;p17"/>
          <p:cNvSpPr/>
          <p:nvPr/>
        </p:nvSpPr>
        <p:spPr>
          <a:xfrm flipH="1" rot="10800000">
            <a:off x="58950" y="7986198"/>
            <a:ext cx="1416977" cy="2300802"/>
          </a:xfrm>
          <a:custGeom>
            <a:rect b="b" l="l" r="r" t="t"/>
            <a:pathLst>
              <a:path extrusionOk="0" h="2903220" w="1927860">
                <a:moveTo>
                  <a:pt x="0" y="2903095"/>
                </a:moveTo>
                <a:lnTo>
                  <a:pt x="0" y="0"/>
                </a:lnTo>
                <a:lnTo>
                  <a:pt x="1927611" y="0"/>
                </a:lnTo>
                <a:lnTo>
                  <a:pt x="1927611" y="128274"/>
                </a:lnTo>
                <a:lnTo>
                  <a:pt x="1924327" y="177088"/>
                </a:lnTo>
                <a:lnTo>
                  <a:pt x="1914761" y="223905"/>
                </a:lnTo>
                <a:lnTo>
                  <a:pt x="1899341" y="268298"/>
                </a:lnTo>
                <a:lnTo>
                  <a:pt x="1878496" y="309838"/>
                </a:lnTo>
                <a:lnTo>
                  <a:pt x="1852655" y="348095"/>
                </a:lnTo>
                <a:lnTo>
                  <a:pt x="1822247" y="382643"/>
                </a:lnTo>
                <a:lnTo>
                  <a:pt x="1787700" y="413051"/>
                </a:lnTo>
                <a:lnTo>
                  <a:pt x="1749442" y="438892"/>
                </a:lnTo>
                <a:lnTo>
                  <a:pt x="1707902" y="459737"/>
                </a:lnTo>
                <a:lnTo>
                  <a:pt x="1663509" y="475157"/>
                </a:lnTo>
                <a:lnTo>
                  <a:pt x="1616692" y="484723"/>
                </a:lnTo>
                <a:lnTo>
                  <a:pt x="1567878" y="488007"/>
                </a:lnTo>
                <a:lnTo>
                  <a:pt x="1032571" y="488007"/>
                </a:lnTo>
                <a:lnTo>
                  <a:pt x="983758" y="491291"/>
                </a:lnTo>
                <a:lnTo>
                  <a:pt x="936940" y="500857"/>
                </a:lnTo>
                <a:lnTo>
                  <a:pt x="892547" y="516277"/>
                </a:lnTo>
                <a:lnTo>
                  <a:pt x="851007" y="537121"/>
                </a:lnTo>
                <a:lnTo>
                  <a:pt x="812749" y="562962"/>
                </a:lnTo>
                <a:lnTo>
                  <a:pt x="778202" y="593371"/>
                </a:lnTo>
                <a:lnTo>
                  <a:pt x="747793" y="627918"/>
                </a:lnTo>
                <a:lnTo>
                  <a:pt x="721952" y="666176"/>
                </a:lnTo>
                <a:lnTo>
                  <a:pt x="701108" y="707716"/>
                </a:lnTo>
                <a:lnTo>
                  <a:pt x="685688" y="752109"/>
                </a:lnTo>
                <a:lnTo>
                  <a:pt x="676122" y="798927"/>
                </a:lnTo>
                <a:lnTo>
                  <a:pt x="672838" y="847740"/>
                </a:lnTo>
                <a:lnTo>
                  <a:pt x="672838" y="2543363"/>
                </a:lnTo>
                <a:lnTo>
                  <a:pt x="669719" y="2590648"/>
                </a:lnTo>
                <a:lnTo>
                  <a:pt x="660514" y="2636722"/>
                </a:lnTo>
                <a:lnTo>
                  <a:pt x="645455" y="2681027"/>
                </a:lnTo>
                <a:lnTo>
                  <a:pt x="624774" y="2723003"/>
                </a:lnTo>
                <a:lnTo>
                  <a:pt x="598703" y="2762092"/>
                </a:lnTo>
                <a:lnTo>
                  <a:pt x="567474" y="2797733"/>
                </a:lnTo>
                <a:lnTo>
                  <a:pt x="531832" y="2828963"/>
                </a:lnTo>
                <a:lnTo>
                  <a:pt x="492743" y="2855033"/>
                </a:lnTo>
                <a:lnTo>
                  <a:pt x="450767" y="2875713"/>
                </a:lnTo>
                <a:lnTo>
                  <a:pt x="406462" y="2890771"/>
                </a:lnTo>
                <a:lnTo>
                  <a:pt x="360387" y="2899976"/>
                </a:lnTo>
                <a:lnTo>
                  <a:pt x="313102" y="2903095"/>
                </a:lnTo>
                <a:lnTo>
                  <a:pt x="0" y="2903095"/>
                </a:lnTo>
                <a:close/>
              </a:path>
            </a:pathLst>
          </a:custGeom>
          <a:solidFill>
            <a:srgbClr val="53535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CB9C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/>
          <p:nvPr>
            <p:ph type="title"/>
          </p:nvPr>
        </p:nvSpPr>
        <p:spPr>
          <a:xfrm>
            <a:off x="1648000" y="3227650"/>
            <a:ext cx="11715600" cy="23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3175">
            <a:spAutoFit/>
          </a:bodyPr>
          <a:lstStyle/>
          <a:p>
            <a:pPr indent="0" lvl="0" marL="4806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/>
              <a:t>               </a:t>
            </a:r>
            <a:endParaRPr sz="6000"/>
          </a:p>
        </p:txBody>
      </p:sp>
      <p:pic>
        <p:nvPicPr>
          <p:cNvPr descr="0e3745d5-1c69-4e3a-98a5-92ee00ca2a12.jpg" id="113" name="Google Shape;11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10400" y="0"/>
            <a:ext cx="2971800" cy="1643063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8"/>
          <p:cNvSpPr/>
          <p:nvPr/>
        </p:nvSpPr>
        <p:spPr>
          <a:xfrm>
            <a:off x="971050" y="3227650"/>
            <a:ext cx="16720200" cy="70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00"/>
                </a:solidFill>
              </a:rPr>
              <a:t>One Key: One Secure Vault, One Unified Interface.</a:t>
            </a:r>
            <a:endParaRPr b="1" sz="36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53535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accent1"/>
                </a:solidFill>
              </a:rPr>
              <a:t> Key Points:</a:t>
            </a:r>
            <a:endParaRPr sz="3600">
              <a:solidFill>
                <a:schemeClr val="accent1"/>
              </a:solidFill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</a:pPr>
            <a:r>
              <a:rPr lang="en-US" sz="3600">
                <a:solidFill>
                  <a:schemeClr val="accent1"/>
                </a:solidFill>
              </a:rPr>
              <a:t> Securely store and manage keys for OpenAI, Anthropic, Groq, Gemini, and more.</a:t>
            </a:r>
            <a:endParaRPr sz="3600">
              <a:solidFill>
                <a:schemeClr val="accent1"/>
              </a:solidFill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</a:pPr>
            <a:r>
              <a:rPr lang="en-US" sz="3600">
                <a:solidFill>
                  <a:schemeClr val="accent1"/>
                </a:solidFill>
              </a:rPr>
              <a:t> Zero plaintext leaks — AES-256    client-side encryption</a:t>
            </a:r>
            <a:endParaRPr sz="36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accent1"/>
                </a:solidFill>
              </a:rPr>
              <a:t>Beautiful CLI + web dashboard</a:t>
            </a:r>
            <a:endParaRPr sz="36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accent1"/>
                </a:solidFill>
              </a:rPr>
              <a:t>Unified proxy: Call any provider with the same format.</a:t>
            </a:r>
            <a:endParaRPr sz="3600">
              <a:solidFill>
                <a:schemeClr val="accent1"/>
              </a:solidFill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</a:pPr>
            <a:r>
              <a:rPr lang="en-US" sz="3600">
                <a:solidFill>
                  <a:schemeClr val="accent1"/>
                </a:solidFill>
              </a:rPr>
              <a:t> Built-in usage tracking &amp; visibility</a:t>
            </a:r>
            <a:endParaRPr sz="36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accent1"/>
                </a:solidFill>
              </a:rPr>
              <a:t>Zero vendor lock-in</a:t>
            </a:r>
            <a:endParaRPr sz="36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0C343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0000"/>
                </a:solidFill>
              </a:rPr>
              <a:t>"Because your keys deserve better than a .env file"</a:t>
            </a:r>
            <a:endParaRPr b="1" sz="3600">
              <a:solidFill>
                <a:srgbClr val="FF0000"/>
              </a:solidFill>
            </a:endParaRPr>
          </a:p>
        </p:txBody>
      </p:sp>
      <p:sp>
        <p:nvSpPr>
          <p:cNvPr id="115" name="Google Shape;115;p18"/>
          <p:cNvSpPr/>
          <p:nvPr/>
        </p:nvSpPr>
        <p:spPr>
          <a:xfrm>
            <a:off x="697950" y="1517975"/>
            <a:ext cx="15075600" cy="16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Introducing </a:t>
            </a:r>
            <a:r>
              <a:rPr b="1" lang="en-US" sz="66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Onekey - The Solution</a:t>
            </a:r>
            <a:r>
              <a:rPr b="1" lang="en-US" sz="88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</a:t>
            </a:r>
            <a:endParaRPr b="1" sz="2000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600">
                <a:solidFill>
                  <a:srgbClr val="741B47"/>
                </a:solidFill>
                <a:latin typeface="Trebuchet MS"/>
                <a:ea typeface="Trebuchet MS"/>
                <a:cs typeface="Trebuchet MS"/>
                <a:sym typeface="Trebuchet MS"/>
              </a:rPr>
              <a:t>I</a:t>
            </a:r>
            <a:endParaRPr b="1" sz="2000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6" name="Google Shape;116;p18"/>
          <p:cNvSpPr/>
          <p:nvPr/>
        </p:nvSpPr>
        <p:spPr>
          <a:xfrm>
            <a:off x="0" y="0"/>
            <a:ext cx="1927860" cy="2903220"/>
          </a:xfrm>
          <a:custGeom>
            <a:rect b="b" l="l" r="r" t="t"/>
            <a:pathLst>
              <a:path extrusionOk="0" h="2903220" w="1927860">
                <a:moveTo>
                  <a:pt x="0" y="2903095"/>
                </a:moveTo>
                <a:lnTo>
                  <a:pt x="0" y="0"/>
                </a:lnTo>
                <a:lnTo>
                  <a:pt x="1927611" y="0"/>
                </a:lnTo>
                <a:lnTo>
                  <a:pt x="1927611" y="128274"/>
                </a:lnTo>
                <a:lnTo>
                  <a:pt x="1924327" y="177088"/>
                </a:lnTo>
                <a:lnTo>
                  <a:pt x="1914761" y="223905"/>
                </a:lnTo>
                <a:lnTo>
                  <a:pt x="1899341" y="268298"/>
                </a:lnTo>
                <a:lnTo>
                  <a:pt x="1878496" y="309838"/>
                </a:lnTo>
                <a:lnTo>
                  <a:pt x="1852655" y="348095"/>
                </a:lnTo>
                <a:lnTo>
                  <a:pt x="1822247" y="382643"/>
                </a:lnTo>
                <a:lnTo>
                  <a:pt x="1787700" y="413051"/>
                </a:lnTo>
                <a:lnTo>
                  <a:pt x="1749442" y="438892"/>
                </a:lnTo>
                <a:lnTo>
                  <a:pt x="1707902" y="459737"/>
                </a:lnTo>
                <a:lnTo>
                  <a:pt x="1663509" y="475157"/>
                </a:lnTo>
                <a:lnTo>
                  <a:pt x="1616692" y="484723"/>
                </a:lnTo>
                <a:lnTo>
                  <a:pt x="1567878" y="488007"/>
                </a:lnTo>
                <a:lnTo>
                  <a:pt x="1032571" y="488007"/>
                </a:lnTo>
                <a:lnTo>
                  <a:pt x="983758" y="491291"/>
                </a:lnTo>
                <a:lnTo>
                  <a:pt x="936940" y="500857"/>
                </a:lnTo>
                <a:lnTo>
                  <a:pt x="892547" y="516277"/>
                </a:lnTo>
                <a:lnTo>
                  <a:pt x="851007" y="537121"/>
                </a:lnTo>
                <a:lnTo>
                  <a:pt x="812749" y="562962"/>
                </a:lnTo>
                <a:lnTo>
                  <a:pt x="778202" y="593371"/>
                </a:lnTo>
                <a:lnTo>
                  <a:pt x="747793" y="627918"/>
                </a:lnTo>
                <a:lnTo>
                  <a:pt x="721952" y="666176"/>
                </a:lnTo>
                <a:lnTo>
                  <a:pt x="701108" y="707716"/>
                </a:lnTo>
                <a:lnTo>
                  <a:pt x="685688" y="752109"/>
                </a:lnTo>
                <a:lnTo>
                  <a:pt x="676122" y="798927"/>
                </a:lnTo>
                <a:lnTo>
                  <a:pt x="672838" y="847740"/>
                </a:lnTo>
                <a:lnTo>
                  <a:pt x="672838" y="2543363"/>
                </a:lnTo>
                <a:lnTo>
                  <a:pt x="669719" y="2590648"/>
                </a:lnTo>
                <a:lnTo>
                  <a:pt x="660514" y="2636722"/>
                </a:lnTo>
                <a:lnTo>
                  <a:pt x="645455" y="2681027"/>
                </a:lnTo>
                <a:lnTo>
                  <a:pt x="624774" y="2723003"/>
                </a:lnTo>
                <a:lnTo>
                  <a:pt x="598703" y="2762092"/>
                </a:lnTo>
                <a:lnTo>
                  <a:pt x="567474" y="2797733"/>
                </a:lnTo>
                <a:lnTo>
                  <a:pt x="531832" y="2828963"/>
                </a:lnTo>
                <a:lnTo>
                  <a:pt x="492743" y="2855033"/>
                </a:lnTo>
                <a:lnTo>
                  <a:pt x="450767" y="2875713"/>
                </a:lnTo>
                <a:lnTo>
                  <a:pt x="406462" y="2890771"/>
                </a:lnTo>
                <a:lnTo>
                  <a:pt x="360387" y="2899976"/>
                </a:lnTo>
                <a:lnTo>
                  <a:pt x="313102" y="2903095"/>
                </a:lnTo>
                <a:lnTo>
                  <a:pt x="0" y="2903095"/>
                </a:lnTo>
                <a:close/>
              </a:path>
            </a:pathLst>
          </a:custGeom>
          <a:solidFill>
            <a:srgbClr val="53535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7" name="Google Shape;117;p18"/>
          <p:cNvSpPr/>
          <p:nvPr/>
        </p:nvSpPr>
        <p:spPr>
          <a:xfrm flipH="1" rot="10800000">
            <a:off x="58950" y="7986198"/>
            <a:ext cx="1416977" cy="2300802"/>
          </a:xfrm>
          <a:custGeom>
            <a:rect b="b" l="l" r="r" t="t"/>
            <a:pathLst>
              <a:path extrusionOk="0" h="2903220" w="1927860">
                <a:moveTo>
                  <a:pt x="0" y="2903095"/>
                </a:moveTo>
                <a:lnTo>
                  <a:pt x="0" y="0"/>
                </a:lnTo>
                <a:lnTo>
                  <a:pt x="1927611" y="0"/>
                </a:lnTo>
                <a:lnTo>
                  <a:pt x="1927611" y="128274"/>
                </a:lnTo>
                <a:lnTo>
                  <a:pt x="1924327" y="177088"/>
                </a:lnTo>
                <a:lnTo>
                  <a:pt x="1914761" y="223905"/>
                </a:lnTo>
                <a:lnTo>
                  <a:pt x="1899341" y="268298"/>
                </a:lnTo>
                <a:lnTo>
                  <a:pt x="1878496" y="309838"/>
                </a:lnTo>
                <a:lnTo>
                  <a:pt x="1852655" y="348095"/>
                </a:lnTo>
                <a:lnTo>
                  <a:pt x="1822247" y="382643"/>
                </a:lnTo>
                <a:lnTo>
                  <a:pt x="1787700" y="413051"/>
                </a:lnTo>
                <a:lnTo>
                  <a:pt x="1749442" y="438892"/>
                </a:lnTo>
                <a:lnTo>
                  <a:pt x="1707902" y="459737"/>
                </a:lnTo>
                <a:lnTo>
                  <a:pt x="1663509" y="475157"/>
                </a:lnTo>
                <a:lnTo>
                  <a:pt x="1616692" y="484723"/>
                </a:lnTo>
                <a:lnTo>
                  <a:pt x="1567878" y="488007"/>
                </a:lnTo>
                <a:lnTo>
                  <a:pt x="1032571" y="488007"/>
                </a:lnTo>
                <a:lnTo>
                  <a:pt x="983758" y="491291"/>
                </a:lnTo>
                <a:lnTo>
                  <a:pt x="936940" y="500857"/>
                </a:lnTo>
                <a:lnTo>
                  <a:pt x="892547" y="516277"/>
                </a:lnTo>
                <a:lnTo>
                  <a:pt x="851007" y="537121"/>
                </a:lnTo>
                <a:lnTo>
                  <a:pt x="812749" y="562962"/>
                </a:lnTo>
                <a:lnTo>
                  <a:pt x="778202" y="593371"/>
                </a:lnTo>
                <a:lnTo>
                  <a:pt x="747793" y="627918"/>
                </a:lnTo>
                <a:lnTo>
                  <a:pt x="721952" y="666176"/>
                </a:lnTo>
                <a:lnTo>
                  <a:pt x="701108" y="707716"/>
                </a:lnTo>
                <a:lnTo>
                  <a:pt x="685688" y="752109"/>
                </a:lnTo>
                <a:lnTo>
                  <a:pt x="676122" y="798927"/>
                </a:lnTo>
                <a:lnTo>
                  <a:pt x="672838" y="847740"/>
                </a:lnTo>
                <a:lnTo>
                  <a:pt x="672838" y="2543363"/>
                </a:lnTo>
                <a:lnTo>
                  <a:pt x="669719" y="2590648"/>
                </a:lnTo>
                <a:lnTo>
                  <a:pt x="660514" y="2636722"/>
                </a:lnTo>
                <a:lnTo>
                  <a:pt x="645455" y="2681027"/>
                </a:lnTo>
                <a:lnTo>
                  <a:pt x="624774" y="2723003"/>
                </a:lnTo>
                <a:lnTo>
                  <a:pt x="598703" y="2762092"/>
                </a:lnTo>
                <a:lnTo>
                  <a:pt x="567474" y="2797733"/>
                </a:lnTo>
                <a:lnTo>
                  <a:pt x="531832" y="2828963"/>
                </a:lnTo>
                <a:lnTo>
                  <a:pt x="492743" y="2855033"/>
                </a:lnTo>
                <a:lnTo>
                  <a:pt x="450767" y="2875713"/>
                </a:lnTo>
                <a:lnTo>
                  <a:pt x="406462" y="2890771"/>
                </a:lnTo>
                <a:lnTo>
                  <a:pt x="360387" y="2899976"/>
                </a:lnTo>
                <a:lnTo>
                  <a:pt x="313102" y="2903095"/>
                </a:lnTo>
                <a:lnTo>
                  <a:pt x="0" y="2903095"/>
                </a:lnTo>
                <a:close/>
              </a:path>
            </a:pathLst>
          </a:custGeom>
          <a:solidFill>
            <a:srgbClr val="53535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8" name="Google Shape;118;p18"/>
          <p:cNvSpPr/>
          <p:nvPr/>
        </p:nvSpPr>
        <p:spPr>
          <a:xfrm>
            <a:off x="14488377" y="1"/>
            <a:ext cx="3799966" cy="2181549"/>
          </a:xfrm>
          <a:custGeom>
            <a:rect b="b" l="l" r="r" t="t"/>
            <a:pathLst>
              <a:path extrusionOk="0" h="2190750" w="4318634">
                <a:moveTo>
                  <a:pt x="4318016" y="2190346"/>
                </a:moveTo>
                <a:lnTo>
                  <a:pt x="4105453" y="2190346"/>
                </a:lnTo>
                <a:lnTo>
                  <a:pt x="4056639" y="2187062"/>
                </a:lnTo>
                <a:lnTo>
                  <a:pt x="4009821" y="2177496"/>
                </a:lnTo>
                <a:lnTo>
                  <a:pt x="3965427" y="2162076"/>
                </a:lnTo>
                <a:lnTo>
                  <a:pt x="3923887" y="2141232"/>
                </a:lnTo>
                <a:lnTo>
                  <a:pt x="3885628" y="2115391"/>
                </a:lnTo>
                <a:lnTo>
                  <a:pt x="3851080" y="2084982"/>
                </a:lnTo>
                <a:lnTo>
                  <a:pt x="3820672" y="2050434"/>
                </a:lnTo>
                <a:lnTo>
                  <a:pt x="3794831" y="2012176"/>
                </a:lnTo>
                <a:lnTo>
                  <a:pt x="3773986" y="1970635"/>
                </a:lnTo>
                <a:lnTo>
                  <a:pt x="3758566" y="1926242"/>
                </a:lnTo>
                <a:lnTo>
                  <a:pt x="3749000" y="1879424"/>
                </a:lnTo>
                <a:lnTo>
                  <a:pt x="3745716" y="1830610"/>
                </a:lnTo>
                <a:lnTo>
                  <a:pt x="3745716" y="1368045"/>
                </a:lnTo>
                <a:lnTo>
                  <a:pt x="3742597" y="1320760"/>
                </a:lnTo>
                <a:lnTo>
                  <a:pt x="3733393" y="1274686"/>
                </a:lnTo>
                <a:lnTo>
                  <a:pt x="3718334" y="1230381"/>
                </a:lnTo>
                <a:lnTo>
                  <a:pt x="3697654" y="1188405"/>
                </a:lnTo>
                <a:lnTo>
                  <a:pt x="3671583" y="1149316"/>
                </a:lnTo>
                <a:lnTo>
                  <a:pt x="3640353" y="1113675"/>
                </a:lnTo>
                <a:lnTo>
                  <a:pt x="3604712" y="1082445"/>
                </a:lnTo>
                <a:lnTo>
                  <a:pt x="3565624" y="1056375"/>
                </a:lnTo>
                <a:lnTo>
                  <a:pt x="3523648" y="1035695"/>
                </a:lnTo>
                <a:lnTo>
                  <a:pt x="3479343" y="1020636"/>
                </a:lnTo>
                <a:lnTo>
                  <a:pt x="3433268" y="1011432"/>
                </a:lnTo>
                <a:lnTo>
                  <a:pt x="3385984" y="1008312"/>
                </a:lnTo>
                <a:lnTo>
                  <a:pt x="359732" y="1008312"/>
                </a:lnTo>
                <a:lnTo>
                  <a:pt x="310919" y="1005028"/>
                </a:lnTo>
                <a:lnTo>
                  <a:pt x="264101" y="995461"/>
                </a:lnTo>
                <a:lnTo>
                  <a:pt x="219708" y="980041"/>
                </a:lnTo>
                <a:lnTo>
                  <a:pt x="178168" y="959197"/>
                </a:lnTo>
                <a:lnTo>
                  <a:pt x="139910" y="933355"/>
                </a:lnTo>
                <a:lnTo>
                  <a:pt x="105363" y="902947"/>
                </a:lnTo>
                <a:lnTo>
                  <a:pt x="74954" y="868399"/>
                </a:lnTo>
                <a:lnTo>
                  <a:pt x="49114" y="830141"/>
                </a:lnTo>
                <a:lnTo>
                  <a:pt x="28269" y="788601"/>
                </a:lnTo>
                <a:lnTo>
                  <a:pt x="12850" y="744207"/>
                </a:lnTo>
                <a:lnTo>
                  <a:pt x="3284" y="697390"/>
                </a:lnTo>
                <a:lnTo>
                  <a:pt x="0" y="648576"/>
                </a:lnTo>
                <a:lnTo>
                  <a:pt x="0" y="0"/>
                </a:lnTo>
                <a:lnTo>
                  <a:pt x="4318016" y="0"/>
                </a:lnTo>
                <a:lnTo>
                  <a:pt x="4318016" y="2190346"/>
                </a:lnTo>
                <a:close/>
              </a:path>
            </a:pathLst>
          </a:custGeom>
          <a:solidFill>
            <a:srgbClr val="2F2F2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83"/>
          </a:p>
        </p:txBody>
      </p:sp>
      <p:sp>
        <p:nvSpPr>
          <p:cNvPr id="119" name="Google Shape;119;p18"/>
          <p:cNvSpPr/>
          <p:nvPr/>
        </p:nvSpPr>
        <p:spPr>
          <a:xfrm>
            <a:off x="14488377" y="1"/>
            <a:ext cx="3799966" cy="2181549"/>
          </a:xfrm>
          <a:custGeom>
            <a:rect b="b" l="l" r="r" t="t"/>
            <a:pathLst>
              <a:path extrusionOk="0" h="2190750" w="4318634">
                <a:moveTo>
                  <a:pt x="4318016" y="2190346"/>
                </a:moveTo>
                <a:lnTo>
                  <a:pt x="4105453" y="2190346"/>
                </a:lnTo>
                <a:lnTo>
                  <a:pt x="4056639" y="2187062"/>
                </a:lnTo>
                <a:lnTo>
                  <a:pt x="4009821" y="2177496"/>
                </a:lnTo>
                <a:lnTo>
                  <a:pt x="3965427" y="2162076"/>
                </a:lnTo>
                <a:lnTo>
                  <a:pt x="3923887" y="2141232"/>
                </a:lnTo>
                <a:lnTo>
                  <a:pt x="3885628" y="2115391"/>
                </a:lnTo>
                <a:lnTo>
                  <a:pt x="3851080" y="2084982"/>
                </a:lnTo>
                <a:lnTo>
                  <a:pt x="3820672" y="2050434"/>
                </a:lnTo>
                <a:lnTo>
                  <a:pt x="3794831" y="2012176"/>
                </a:lnTo>
                <a:lnTo>
                  <a:pt x="3773986" y="1970635"/>
                </a:lnTo>
                <a:lnTo>
                  <a:pt x="3758566" y="1926242"/>
                </a:lnTo>
                <a:lnTo>
                  <a:pt x="3749000" y="1879424"/>
                </a:lnTo>
                <a:lnTo>
                  <a:pt x="3745716" y="1830610"/>
                </a:lnTo>
                <a:lnTo>
                  <a:pt x="3745716" y="1368045"/>
                </a:lnTo>
                <a:lnTo>
                  <a:pt x="3742597" y="1320760"/>
                </a:lnTo>
                <a:lnTo>
                  <a:pt x="3733393" y="1274686"/>
                </a:lnTo>
                <a:lnTo>
                  <a:pt x="3718334" y="1230381"/>
                </a:lnTo>
                <a:lnTo>
                  <a:pt x="3697654" y="1188405"/>
                </a:lnTo>
                <a:lnTo>
                  <a:pt x="3671583" y="1149316"/>
                </a:lnTo>
                <a:lnTo>
                  <a:pt x="3640353" y="1113675"/>
                </a:lnTo>
                <a:lnTo>
                  <a:pt x="3604712" y="1082445"/>
                </a:lnTo>
                <a:lnTo>
                  <a:pt x="3565624" y="1056375"/>
                </a:lnTo>
                <a:lnTo>
                  <a:pt x="3523648" y="1035695"/>
                </a:lnTo>
                <a:lnTo>
                  <a:pt x="3479343" y="1020636"/>
                </a:lnTo>
                <a:lnTo>
                  <a:pt x="3433268" y="1011432"/>
                </a:lnTo>
                <a:lnTo>
                  <a:pt x="3385984" y="1008312"/>
                </a:lnTo>
                <a:lnTo>
                  <a:pt x="359732" y="1008312"/>
                </a:lnTo>
                <a:lnTo>
                  <a:pt x="310919" y="1005028"/>
                </a:lnTo>
                <a:lnTo>
                  <a:pt x="264101" y="995461"/>
                </a:lnTo>
                <a:lnTo>
                  <a:pt x="219708" y="980041"/>
                </a:lnTo>
                <a:lnTo>
                  <a:pt x="178168" y="959197"/>
                </a:lnTo>
                <a:lnTo>
                  <a:pt x="139910" y="933355"/>
                </a:lnTo>
                <a:lnTo>
                  <a:pt x="105363" y="902947"/>
                </a:lnTo>
                <a:lnTo>
                  <a:pt x="74954" y="868399"/>
                </a:lnTo>
                <a:lnTo>
                  <a:pt x="49114" y="830141"/>
                </a:lnTo>
                <a:lnTo>
                  <a:pt x="28269" y="788601"/>
                </a:lnTo>
                <a:lnTo>
                  <a:pt x="12850" y="744207"/>
                </a:lnTo>
                <a:lnTo>
                  <a:pt x="3284" y="697390"/>
                </a:lnTo>
                <a:lnTo>
                  <a:pt x="0" y="648576"/>
                </a:lnTo>
                <a:lnTo>
                  <a:pt x="0" y="0"/>
                </a:lnTo>
                <a:lnTo>
                  <a:pt x="4318016" y="0"/>
                </a:lnTo>
                <a:lnTo>
                  <a:pt x="4318016" y="2190346"/>
                </a:lnTo>
                <a:close/>
              </a:path>
            </a:pathLst>
          </a:custGeom>
          <a:solidFill>
            <a:srgbClr val="2F2F2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83"/>
          </a:p>
        </p:txBody>
      </p:sp>
      <p:sp>
        <p:nvSpPr>
          <p:cNvPr id="120" name="Google Shape;120;p18"/>
          <p:cNvSpPr/>
          <p:nvPr/>
        </p:nvSpPr>
        <p:spPr>
          <a:xfrm>
            <a:off x="16495377" y="7120455"/>
            <a:ext cx="1793240" cy="3166745"/>
          </a:xfrm>
          <a:custGeom>
            <a:rect b="b" l="l" r="r" t="t"/>
            <a:pathLst>
              <a:path extrusionOk="0" h="3166745" w="1793240">
                <a:moveTo>
                  <a:pt x="1792622" y="0"/>
                </a:moveTo>
                <a:lnTo>
                  <a:pt x="1792622" y="3166544"/>
                </a:lnTo>
                <a:lnTo>
                  <a:pt x="0" y="3166544"/>
                </a:lnTo>
                <a:lnTo>
                  <a:pt x="0" y="2774819"/>
                </a:lnTo>
                <a:lnTo>
                  <a:pt x="3284" y="2726006"/>
                </a:lnTo>
                <a:lnTo>
                  <a:pt x="12850" y="2679189"/>
                </a:lnTo>
                <a:lnTo>
                  <a:pt x="28270" y="2634796"/>
                </a:lnTo>
                <a:lnTo>
                  <a:pt x="49115" y="2593257"/>
                </a:lnTo>
                <a:lnTo>
                  <a:pt x="74955" y="2554999"/>
                </a:lnTo>
                <a:lnTo>
                  <a:pt x="105364" y="2520451"/>
                </a:lnTo>
                <a:lnTo>
                  <a:pt x="139911" y="2490043"/>
                </a:lnTo>
                <a:lnTo>
                  <a:pt x="178169" y="2464202"/>
                </a:lnTo>
                <a:lnTo>
                  <a:pt x="219709" y="2443358"/>
                </a:lnTo>
                <a:lnTo>
                  <a:pt x="264102" y="2427938"/>
                </a:lnTo>
                <a:lnTo>
                  <a:pt x="310919" y="2418372"/>
                </a:lnTo>
                <a:lnTo>
                  <a:pt x="359732" y="2415087"/>
                </a:lnTo>
                <a:lnTo>
                  <a:pt x="895040" y="2415087"/>
                </a:lnTo>
                <a:lnTo>
                  <a:pt x="943854" y="2411803"/>
                </a:lnTo>
                <a:lnTo>
                  <a:pt x="990672" y="2402237"/>
                </a:lnTo>
                <a:lnTo>
                  <a:pt x="1035065" y="2386817"/>
                </a:lnTo>
                <a:lnTo>
                  <a:pt x="1076604" y="2365973"/>
                </a:lnTo>
                <a:lnTo>
                  <a:pt x="1114862" y="2340132"/>
                </a:lnTo>
                <a:lnTo>
                  <a:pt x="1149410" y="2309724"/>
                </a:lnTo>
                <a:lnTo>
                  <a:pt x="1179818" y="2275176"/>
                </a:lnTo>
                <a:lnTo>
                  <a:pt x="1205659" y="2236918"/>
                </a:lnTo>
                <a:lnTo>
                  <a:pt x="1226503" y="2195379"/>
                </a:lnTo>
                <a:lnTo>
                  <a:pt x="1241923" y="2150986"/>
                </a:lnTo>
                <a:lnTo>
                  <a:pt x="1251489" y="2104168"/>
                </a:lnTo>
                <a:lnTo>
                  <a:pt x="1254773" y="2055355"/>
                </a:lnTo>
                <a:lnTo>
                  <a:pt x="1254773" y="359732"/>
                </a:lnTo>
                <a:lnTo>
                  <a:pt x="1257892" y="312447"/>
                </a:lnTo>
                <a:lnTo>
                  <a:pt x="1267097" y="266372"/>
                </a:lnTo>
                <a:lnTo>
                  <a:pt x="1282156" y="222067"/>
                </a:lnTo>
                <a:lnTo>
                  <a:pt x="1302836" y="180091"/>
                </a:lnTo>
                <a:lnTo>
                  <a:pt x="1328907" y="141002"/>
                </a:lnTo>
                <a:lnTo>
                  <a:pt x="1360137" y="105361"/>
                </a:lnTo>
                <a:lnTo>
                  <a:pt x="1395779" y="74132"/>
                </a:lnTo>
                <a:lnTo>
                  <a:pt x="1434868" y="48061"/>
                </a:lnTo>
                <a:lnTo>
                  <a:pt x="1476844" y="27381"/>
                </a:lnTo>
                <a:lnTo>
                  <a:pt x="1521150" y="12323"/>
                </a:lnTo>
                <a:lnTo>
                  <a:pt x="1567225" y="3119"/>
                </a:lnTo>
                <a:lnTo>
                  <a:pt x="1614510" y="0"/>
                </a:lnTo>
                <a:lnTo>
                  <a:pt x="1792622" y="0"/>
                </a:lnTo>
                <a:close/>
              </a:path>
            </a:pathLst>
          </a:custGeom>
          <a:solidFill>
            <a:srgbClr val="53535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CB9C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idx="4294967295" type="title"/>
          </p:nvPr>
        </p:nvSpPr>
        <p:spPr>
          <a:xfrm>
            <a:off x="2777250" y="1545450"/>
            <a:ext cx="127338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/>
              <a:t>                </a:t>
            </a:r>
            <a:endParaRPr sz="6000"/>
          </a:p>
        </p:txBody>
      </p:sp>
      <p:pic>
        <p:nvPicPr>
          <p:cNvPr descr="0e3745d5-1c69-4e3a-98a5-92ee00ca2a12.jpg" id="126" name="Google Shape;12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10400" y="0"/>
            <a:ext cx="2971800" cy="1643063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9"/>
          <p:cNvSpPr/>
          <p:nvPr/>
        </p:nvSpPr>
        <p:spPr>
          <a:xfrm>
            <a:off x="1092425" y="3161050"/>
            <a:ext cx="12441600" cy="32475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134F5C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134F5C"/>
              </a:buClr>
              <a:buSzPts val="2800"/>
              <a:buChar char="●"/>
            </a:pPr>
            <a:r>
              <a:rPr b="1" lang="en-US" sz="2800">
                <a:solidFill>
                  <a:srgbClr val="134F5C"/>
                </a:solidFill>
              </a:rPr>
              <a:t>Core Features at a Glance</a:t>
            </a:r>
            <a:endParaRPr b="1" sz="2800">
              <a:solidFill>
                <a:srgbClr val="134F5C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134F5C"/>
              </a:buClr>
              <a:buSzPts val="2800"/>
              <a:buChar char="●"/>
            </a:pPr>
            <a:r>
              <a:rPr b="1" lang="en-US" sz="2800">
                <a:solidFill>
                  <a:srgbClr val="134F5C"/>
                </a:solidFill>
              </a:rPr>
              <a:t> Key Points (use bullet points or 2-column layout):</a:t>
            </a:r>
            <a:endParaRPr b="1" sz="2800">
              <a:solidFill>
                <a:srgbClr val="134F5C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134F5C"/>
              </a:buClr>
              <a:buSzPts val="2800"/>
              <a:buChar char="●"/>
            </a:pPr>
            <a:r>
              <a:rPr b="1" lang="en-US" sz="2800">
                <a:solidFill>
                  <a:srgbClr val="134F5C"/>
                </a:solidFill>
              </a:rPr>
              <a:t> AES-256 client-side encryption — keys never touch server in plaintext.</a:t>
            </a:r>
            <a:endParaRPr b="1" sz="2800">
              <a:solidFill>
                <a:srgbClr val="134F5C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134F5C"/>
              </a:buClr>
              <a:buSzPts val="2800"/>
              <a:buChar char="●"/>
            </a:pPr>
            <a:r>
              <a:rPr b="1" lang="en-US" sz="2800">
                <a:solidFill>
                  <a:srgbClr val="134F5C"/>
                </a:solidFill>
              </a:rPr>
              <a:t> Unified proxy endpoint: /proxy/u/&lt;provider&gt;/&lt;slug&gt;</a:t>
            </a:r>
            <a:endParaRPr b="1" sz="2800">
              <a:solidFill>
                <a:srgbClr val="134F5C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134F5C"/>
              </a:buClr>
              <a:buSzPts val="2800"/>
              <a:buChar char="●"/>
            </a:pPr>
            <a:r>
              <a:rPr b="1" lang="en-US" sz="3100">
                <a:solidFill>
                  <a:srgbClr val="134F5C"/>
                </a:solidFill>
              </a:rPr>
              <a:t> Powerful CLI (zerokey): add, list, delete, ca</a:t>
            </a:r>
            <a:r>
              <a:rPr b="1" lang="en-US" sz="2600">
                <a:solidFill>
                  <a:srgbClr val="134F5C"/>
                </a:solidFill>
              </a:rPr>
              <a:t>ll, usage — with Rich</a:t>
            </a:r>
            <a:endParaRPr b="1" sz="2600">
              <a:solidFill>
                <a:srgbClr val="134F5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34F5C"/>
                </a:solidFill>
              </a:rPr>
              <a:t>     </a:t>
            </a:r>
            <a:r>
              <a:rPr b="1" lang="en-US" sz="2800">
                <a:solidFill>
                  <a:srgbClr val="134F5C"/>
                </a:solidFill>
              </a:rPr>
              <a:t>tables, sparklines &amp; panels.</a:t>
            </a:r>
            <a:endParaRPr b="1" sz="2800">
              <a:solidFill>
                <a:srgbClr val="134F5C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134F5C"/>
              </a:buClr>
              <a:buSzPts val="2800"/>
              <a:buChar char="●"/>
            </a:pPr>
            <a:r>
              <a:rPr b="1" lang="en-US" sz="2800">
                <a:solidFill>
                  <a:srgbClr val="134F5C"/>
                </a:solidFill>
              </a:rPr>
              <a:t> Auto provider detection (e.g., sk- → OpenAI).</a:t>
            </a:r>
            <a:endParaRPr b="1" sz="2800">
              <a:solidFill>
                <a:srgbClr val="134F5C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rgbClr val="134F5C"/>
              </a:buClr>
              <a:buSzPts val="2600"/>
              <a:buChar char="●"/>
            </a:pPr>
            <a:r>
              <a:rPr b="1" lang="en-US" sz="2800">
                <a:solidFill>
                  <a:srgbClr val="134F5C"/>
                </a:solidFill>
              </a:rPr>
              <a:t>Usage tracking: tokens, late</a:t>
            </a:r>
            <a:r>
              <a:rPr b="1" lang="en-US" sz="2600">
                <a:solidFill>
                  <a:srgbClr val="134F5C"/>
                </a:solidFill>
              </a:rPr>
              <a:t>ncy,</a:t>
            </a:r>
            <a:r>
              <a:rPr b="1" lang="en-US" sz="2800">
                <a:solidFill>
                  <a:srgbClr val="134F5C"/>
                </a:solidFill>
              </a:rPr>
              <a:t> status codes, errors — per key/provider.</a:t>
            </a:r>
            <a:endParaRPr b="1" sz="2800">
              <a:solidFill>
                <a:srgbClr val="134F5C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134F5C"/>
              </a:buClr>
              <a:buSzPts val="2800"/>
              <a:buChar char="●"/>
            </a:pPr>
            <a:r>
              <a:rPr b="1" lang="en-US" sz="2800">
                <a:solidFill>
                  <a:srgbClr val="134F5C"/>
                </a:solidFill>
              </a:rPr>
              <a:t>Auth: JWT + OAuth (GitHub/GitLab).</a:t>
            </a:r>
            <a:endParaRPr b="1" sz="2800">
              <a:solidFill>
                <a:srgbClr val="134F5C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rgbClr val="134F5C"/>
              </a:buClr>
              <a:buSzPts val="2600"/>
              <a:buChar char="●"/>
            </a:pPr>
            <a:r>
              <a:rPr b="1" lang="en-US" sz="2600">
                <a:solidFill>
                  <a:srgbClr val="134F5C"/>
                </a:solidFill>
              </a:rPr>
              <a:t> Normalized responses — consistent across all providers. </a:t>
            </a:r>
            <a:endParaRPr b="1" sz="2600">
              <a:solidFill>
                <a:srgbClr val="134F5C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rgbClr val="134F5C"/>
              </a:buClr>
              <a:buSzPts val="2600"/>
              <a:buChar char="●"/>
            </a:pPr>
            <a:r>
              <a:rPr b="1" lang="en-US" sz="2600">
                <a:solidFill>
                  <a:srgbClr val="134F5C"/>
                </a:solidFill>
              </a:rPr>
              <a:t>Cross-platform CLI: pipx install Onekey-cli (macOS/Linux/Window</a:t>
            </a:r>
            <a:r>
              <a:rPr lang="en-US" sz="2300">
                <a:solidFill>
                  <a:srgbClr val="134F5C"/>
                </a:solidFill>
              </a:rPr>
              <a:t>s).</a:t>
            </a:r>
            <a:endParaRPr sz="2300">
              <a:solidFill>
                <a:srgbClr val="134F5C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134F5C"/>
              </a:solidFill>
            </a:endParaRPr>
          </a:p>
        </p:txBody>
      </p:sp>
      <p:sp>
        <p:nvSpPr>
          <p:cNvPr id="128" name="Google Shape;128;p19"/>
          <p:cNvSpPr/>
          <p:nvPr/>
        </p:nvSpPr>
        <p:spPr>
          <a:xfrm>
            <a:off x="1743150" y="1643075"/>
            <a:ext cx="12649200" cy="14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900" u="sng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K</a:t>
            </a:r>
            <a:r>
              <a:rPr b="1" lang="en-US" sz="9200" u="sng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EY FEATURES</a:t>
            </a:r>
            <a:endParaRPr b="1" sz="2400" u="sng">
              <a:solidFill>
                <a:srgbClr val="98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9" name="Google Shape;129;p19"/>
          <p:cNvSpPr/>
          <p:nvPr/>
        </p:nvSpPr>
        <p:spPr>
          <a:xfrm>
            <a:off x="16495377" y="7120455"/>
            <a:ext cx="1793240" cy="3166745"/>
          </a:xfrm>
          <a:custGeom>
            <a:rect b="b" l="l" r="r" t="t"/>
            <a:pathLst>
              <a:path extrusionOk="0" h="3166745" w="1793240">
                <a:moveTo>
                  <a:pt x="1792622" y="0"/>
                </a:moveTo>
                <a:lnTo>
                  <a:pt x="1792622" y="3166544"/>
                </a:lnTo>
                <a:lnTo>
                  <a:pt x="0" y="3166544"/>
                </a:lnTo>
                <a:lnTo>
                  <a:pt x="0" y="2774819"/>
                </a:lnTo>
                <a:lnTo>
                  <a:pt x="3284" y="2726006"/>
                </a:lnTo>
                <a:lnTo>
                  <a:pt x="12850" y="2679189"/>
                </a:lnTo>
                <a:lnTo>
                  <a:pt x="28270" y="2634796"/>
                </a:lnTo>
                <a:lnTo>
                  <a:pt x="49115" y="2593257"/>
                </a:lnTo>
                <a:lnTo>
                  <a:pt x="74955" y="2554999"/>
                </a:lnTo>
                <a:lnTo>
                  <a:pt x="105364" y="2520451"/>
                </a:lnTo>
                <a:lnTo>
                  <a:pt x="139911" y="2490043"/>
                </a:lnTo>
                <a:lnTo>
                  <a:pt x="178169" y="2464202"/>
                </a:lnTo>
                <a:lnTo>
                  <a:pt x="219709" y="2443358"/>
                </a:lnTo>
                <a:lnTo>
                  <a:pt x="264102" y="2427938"/>
                </a:lnTo>
                <a:lnTo>
                  <a:pt x="310919" y="2418372"/>
                </a:lnTo>
                <a:lnTo>
                  <a:pt x="359732" y="2415087"/>
                </a:lnTo>
                <a:lnTo>
                  <a:pt x="895040" y="2415087"/>
                </a:lnTo>
                <a:lnTo>
                  <a:pt x="943854" y="2411803"/>
                </a:lnTo>
                <a:lnTo>
                  <a:pt x="990672" y="2402237"/>
                </a:lnTo>
                <a:lnTo>
                  <a:pt x="1035065" y="2386817"/>
                </a:lnTo>
                <a:lnTo>
                  <a:pt x="1076604" y="2365973"/>
                </a:lnTo>
                <a:lnTo>
                  <a:pt x="1114862" y="2340132"/>
                </a:lnTo>
                <a:lnTo>
                  <a:pt x="1149410" y="2309724"/>
                </a:lnTo>
                <a:lnTo>
                  <a:pt x="1179818" y="2275176"/>
                </a:lnTo>
                <a:lnTo>
                  <a:pt x="1205659" y="2236918"/>
                </a:lnTo>
                <a:lnTo>
                  <a:pt x="1226503" y="2195379"/>
                </a:lnTo>
                <a:lnTo>
                  <a:pt x="1241923" y="2150986"/>
                </a:lnTo>
                <a:lnTo>
                  <a:pt x="1251489" y="2104168"/>
                </a:lnTo>
                <a:lnTo>
                  <a:pt x="1254773" y="2055355"/>
                </a:lnTo>
                <a:lnTo>
                  <a:pt x="1254773" y="359732"/>
                </a:lnTo>
                <a:lnTo>
                  <a:pt x="1257892" y="312447"/>
                </a:lnTo>
                <a:lnTo>
                  <a:pt x="1267097" y="266372"/>
                </a:lnTo>
                <a:lnTo>
                  <a:pt x="1282156" y="222067"/>
                </a:lnTo>
                <a:lnTo>
                  <a:pt x="1302836" y="180091"/>
                </a:lnTo>
                <a:lnTo>
                  <a:pt x="1328907" y="141002"/>
                </a:lnTo>
                <a:lnTo>
                  <a:pt x="1360137" y="105361"/>
                </a:lnTo>
                <a:lnTo>
                  <a:pt x="1395779" y="74132"/>
                </a:lnTo>
                <a:lnTo>
                  <a:pt x="1434868" y="48061"/>
                </a:lnTo>
                <a:lnTo>
                  <a:pt x="1476844" y="27381"/>
                </a:lnTo>
                <a:lnTo>
                  <a:pt x="1521150" y="12323"/>
                </a:lnTo>
                <a:lnTo>
                  <a:pt x="1567225" y="3119"/>
                </a:lnTo>
                <a:lnTo>
                  <a:pt x="1614510" y="0"/>
                </a:lnTo>
                <a:lnTo>
                  <a:pt x="1792622" y="0"/>
                </a:lnTo>
                <a:close/>
              </a:path>
            </a:pathLst>
          </a:custGeom>
          <a:solidFill>
            <a:srgbClr val="53535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62626"/>
              </a:solidFill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14494445" y="-1462"/>
            <a:ext cx="3800398" cy="2535793"/>
          </a:xfrm>
          <a:custGeom>
            <a:rect b="b" l="l" r="r" t="t"/>
            <a:pathLst>
              <a:path extrusionOk="0" h="2190750" w="4318634">
                <a:moveTo>
                  <a:pt x="4318016" y="2190346"/>
                </a:moveTo>
                <a:lnTo>
                  <a:pt x="4105453" y="2190346"/>
                </a:lnTo>
                <a:lnTo>
                  <a:pt x="4056639" y="2187062"/>
                </a:lnTo>
                <a:lnTo>
                  <a:pt x="4009821" y="2177496"/>
                </a:lnTo>
                <a:lnTo>
                  <a:pt x="3965427" y="2162076"/>
                </a:lnTo>
                <a:lnTo>
                  <a:pt x="3923887" y="2141232"/>
                </a:lnTo>
                <a:lnTo>
                  <a:pt x="3885628" y="2115391"/>
                </a:lnTo>
                <a:lnTo>
                  <a:pt x="3851080" y="2084982"/>
                </a:lnTo>
                <a:lnTo>
                  <a:pt x="3820672" y="2050434"/>
                </a:lnTo>
                <a:lnTo>
                  <a:pt x="3794831" y="2012176"/>
                </a:lnTo>
                <a:lnTo>
                  <a:pt x="3773986" y="1970635"/>
                </a:lnTo>
                <a:lnTo>
                  <a:pt x="3758566" y="1926242"/>
                </a:lnTo>
                <a:lnTo>
                  <a:pt x="3749000" y="1879424"/>
                </a:lnTo>
                <a:lnTo>
                  <a:pt x="3745716" y="1830610"/>
                </a:lnTo>
                <a:lnTo>
                  <a:pt x="3745716" y="1368045"/>
                </a:lnTo>
                <a:lnTo>
                  <a:pt x="3742597" y="1320760"/>
                </a:lnTo>
                <a:lnTo>
                  <a:pt x="3733393" y="1274686"/>
                </a:lnTo>
                <a:lnTo>
                  <a:pt x="3718334" y="1230381"/>
                </a:lnTo>
                <a:lnTo>
                  <a:pt x="3697654" y="1188405"/>
                </a:lnTo>
                <a:lnTo>
                  <a:pt x="3671583" y="1149316"/>
                </a:lnTo>
                <a:lnTo>
                  <a:pt x="3640353" y="1113675"/>
                </a:lnTo>
                <a:lnTo>
                  <a:pt x="3604712" y="1082445"/>
                </a:lnTo>
                <a:lnTo>
                  <a:pt x="3565624" y="1056375"/>
                </a:lnTo>
                <a:lnTo>
                  <a:pt x="3523648" y="1035695"/>
                </a:lnTo>
                <a:lnTo>
                  <a:pt x="3479343" y="1020636"/>
                </a:lnTo>
                <a:lnTo>
                  <a:pt x="3433268" y="1011432"/>
                </a:lnTo>
                <a:lnTo>
                  <a:pt x="3385984" y="1008312"/>
                </a:lnTo>
                <a:lnTo>
                  <a:pt x="359732" y="1008312"/>
                </a:lnTo>
                <a:lnTo>
                  <a:pt x="310919" y="1005028"/>
                </a:lnTo>
                <a:lnTo>
                  <a:pt x="264101" y="995461"/>
                </a:lnTo>
                <a:lnTo>
                  <a:pt x="219708" y="980041"/>
                </a:lnTo>
                <a:lnTo>
                  <a:pt x="178168" y="959197"/>
                </a:lnTo>
                <a:lnTo>
                  <a:pt x="139910" y="933355"/>
                </a:lnTo>
                <a:lnTo>
                  <a:pt x="105363" y="902947"/>
                </a:lnTo>
                <a:lnTo>
                  <a:pt x="74954" y="868399"/>
                </a:lnTo>
                <a:lnTo>
                  <a:pt x="49114" y="830141"/>
                </a:lnTo>
                <a:lnTo>
                  <a:pt x="28269" y="788601"/>
                </a:lnTo>
                <a:lnTo>
                  <a:pt x="12850" y="744207"/>
                </a:lnTo>
                <a:lnTo>
                  <a:pt x="3284" y="697390"/>
                </a:lnTo>
                <a:lnTo>
                  <a:pt x="0" y="648576"/>
                </a:lnTo>
                <a:lnTo>
                  <a:pt x="0" y="0"/>
                </a:lnTo>
                <a:lnTo>
                  <a:pt x="4318016" y="0"/>
                </a:lnTo>
                <a:lnTo>
                  <a:pt x="4318016" y="2190346"/>
                </a:lnTo>
                <a:close/>
              </a:path>
            </a:pathLst>
          </a:custGeom>
          <a:solidFill>
            <a:srgbClr val="2F2F2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83"/>
          </a:p>
        </p:txBody>
      </p:sp>
      <p:sp>
        <p:nvSpPr>
          <p:cNvPr id="131" name="Google Shape;131;p19"/>
          <p:cNvSpPr/>
          <p:nvPr/>
        </p:nvSpPr>
        <p:spPr>
          <a:xfrm>
            <a:off x="0" y="0"/>
            <a:ext cx="2082089" cy="3055639"/>
          </a:xfrm>
          <a:custGeom>
            <a:rect b="b" l="l" r="r" t="t"/>
            <a:pathLst>
              <a:path extrusionOk="0" h="2903220" w="1927860">
                <a:moveTo>
                  <a:pt x="0" y="2903095"/>
                </a:moveTo>
                <a:lnTo>
                  <a:pt x="0" y="0"/>
                </a:lnTo>
                <a:lnTo>
                  <a:pt x="1927611" y="0"/>
                </a:lnTo>
                <a:lnTo>
                  <a:pt x="1927611" y="128274"/>
                </a:lnTo>
                <a:lnTo>
                  <a:pt x="1924327" y="177088"/>
                </a:lnTo>
                <a:lnTo>
                  <a:pt x="1914761" y="223905"/>
                </a:lnTo>
                <a:lnTo>
                  <a:pt x="1899341" y="268298"/>
                </a:lnTo>
                <a:lnTo>
                  <a:pt x="1878496" y="309838"/>
                </a:lnTo>
                <a:lnTo>
                  <a:pt x="1852655" y="348095"/>
                </a:lnTo>
                <a:lnTo>
                  <a:pt x="1822247" y="382643"/>
                </a:lnTo>
                <a:lnTo>
                  <a:pt x="1787700" y="413051"/>
                </a:lnTo>
                <a:lnTo>
                  <a:pt x="1749442" y="438892"/>
                </a:lnTo>
                <a:lnTo>
                  <a:pt x="1707902" y="459737"/>
                </a:lnTo>
                <a:lnTo>
                  <a:pt x="1663509" y="475157"/>
                </a:lnTo>
                <a:lnTo>
                  <a:pt x="1616692" y="484723"/>
                </a:lnTo>
                <a:lnTo>
                  <a:pt x="1567878" y="488007"/>
                </a:lnTo>
                <a:lnTo>
                  <a:pt x="1032571" y="488007"/>
                </a:lnTo>
                <a:lnTo>
                  <a:pt x="983758" y="491291"/>
                </a:lnTo>
                <a:lnTo>
                  <a:pt x="936940" y="500857"/>
                </a:lnTo>
                <a:lnTo>
                  <a:pt x="892547" y="516277"/>
                </a:lnTo>
                <a:lnTo>
                  <a:pt x="851007" y="537121"/>
                </a:lnTo>
                <a:lnTo>
                  <a:pt x="812749" y="562962"/>
                </a:lnTo>
                <a:lnTo>
                  <a:pt x="778202" y="593371"/>
                </a:lnTo>
                <a:lnTo>
                  <a:pt x="747793" y="627918"/>
                </a:lnTo>
                <a:lnTo>
                  <a:pt x="721952" y="666176"/>
                </a:lnTo>
                <a:lnTo>
                  <a:pt x="701108" y="707716"/>
                </a:lnTo>
                <a:lnTo>
                  <a:pt x="685688" y="752109"/>
                </a:lnTo>
                <a:lnTo>
                  <a:pt x="676122" y="798927"/>
                </a:lnTo>
                <a:lnTo>
                  <a:pt x="672838" y="847740"/>
                </a:lnTo>
                <a:lnTo>
                  <a:pt x="672838" y="2543363"/>
                </a:lnTo>
                <a:lnTo>
                  <a:pt x="669719" y="2590648"/>
                </a:lnTo>
                <a:lnTo>
                  <a:pt x="660514" y="2636722"/>
                </a:lnTo>
                <a:lnTo>
                  <a:pt x="645455" y="2681027"/>
                </a:lnTo>
                <a:lnTo>
                  <a:pt x="624774" y="2723003"/>
                </a:lnTo>
                <a:lnTo>
                  <a:pt x="598703" y="2762092"/>
                </a:lnTo>
                <a:lnTo>
                  <a:pt x="567474" y="2797733"/>
                </a:lnTo>
                <a:lnTo>
                  <a:pt x="531832" y="2828963"/>
                </a:lnTo>
                <a:lnTo>
                  <a:pt x="492743" y="2855033"/>
                </a:lnTo>
                <a:lnTo>
                  <a:pt x="450767" y="2875713"/>
                </a:lnTo>
                <a:lnTo>
                  <a:pt x="406462" y="2890771"/>
                </a:lnTo>
                <a:lnTo>
                  <a:pt x="360387" y="2899976"/>
                </a:lnTo>
                <a:lnTo>
                  <a:pt x="313102" y="2903095"/>
                </a:lnTo>
                <a:lnTo>
                  <a:pt x="0" y="2903095"/>
                </a:lnTo>
                <a:close/>
              </a:path>
            </a:pathLst>
          </a:custGeom>
          <a:solidFill>
            <a:srgbClr val="53535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2" name="Google Shape;132;p19"/>
          <p:cNvSpPr/>
          <p:nvPr/>
        </p:nvSpPr>
        <p:spPr>
          <a:xfrm flipH="1" rot="10800000">
            <a:off x="418" y="8130314"/>
            <a:ext cx="2650808" cy="2155641"/>
          </a:xfrm>
          <a:custGeom>
            <a:rect b="b" l="l" r="r" t="t"/>
            <a:pathLst>
              <a:path extrusionOk="0" h="2903220" w="1927860">
                <a:moveTo>
                  <a:pt x="0" y="2903095"/>
                </a:moveTo>
                <a:lnTo>
                  <a:pt x="0" y="0"/>
                </a:lnTo>
                <a:lnTo>
                  <a:pt x="1927611" y="0"/>
                </a:lnTo>
                <a:lnTo>
                  <a:pt x="1927611" y="128274"/>
                </a:lnTo>
                <a:lnTo>
                  <a:pt x="1924327" y="177088"/>
                </a:lnTo>
                <a:lnTo>
                  <a:pt x="1914761" y="223905"/>
                </a:lnTo>
                <a:lnTo>
                  <a:pt x="1899341" y="268298"/>
                </a:lnTo>
                <a:lnTo>
                  <a:pt x="1878496" y="309838"/>
                </a:lnTo>
                <a:lnTo>
                  <a:pt x="1852655" y="348095"/>
                </a:lnTo>
                <a:lnTo>
                  <a:pt x="1822247" y="382643"/>
                </a:lnTo>
                <a:lnTo>
                  <a:pt x="1787700" y="413051"/>
                </a:lnTo>
                <a:lnTo>
                  <a:pt x="1749442" y="438892"/>
                </a:lnTo>
                <a:lnTo>
                  <a:pt x="1707902" y="459737"/>
                </a:lnTo>
                <a:lnTo>
                  <a:pt x="1663509" y="475157"/>
                </a:lnTo>
                <a:lnTo>
                  <a:pt x="1616692" y="484723"/>
                </a:lnTo>
                <a:lnTo>
                  <a:pt x="1567878" y="488007"/>
                </a:lnTo>
                <a:lnTo>
                  <a:pt x="1032571" y="488007"/>
                </a:lnTo>
                <a:lnTo>
                  <a:pt x="983758" y="491291"/>
                </a:lnTo>
                <a:lnTo>
                  <a:pt x="936940" y="500857"/>
                </a:lnTo>
                <a:lnTo>
                  <a:pt x="892547" y="516277"/>
                </a:lnTo>
                <a:lnTo>
                  <a:pt x="851007" y="537121"/>
                </a:lnTo>
                <a:lnTo>
                  <a:pt x="812749" y="562962"/>
                </a:lnTo>
                <a:lnTo>
                  <a:pt x="778202" y="593371"/>
                </a:lnTo>
                <a:lnTo>
                  <a:pt x="747793" y="627918"/>
                </a:lnTo>
                <a:lnTo>
                  <a:pt x="721952" y="666176"/>
                </a:lnTo>
                <a:lnTo>
                  <a:pt x="701108" y="707716"/>
                </a:lnTo>
                <a:lnTo>
                  <a:pt x="685688" y="752109"/>
                </a:lnTo>
                <a:lnTo>
                  <a:pt x="676122" y="798927"/>
                </a:lnTo>
                <a:lnTo>
                  <a:pt x="672838" y="847740"/>
                </a:lnTo>
                <a:lnTo>
                  <a:pt x="672838" y="2543363"/>
                </a:lnTo>
                <a:lnTo>
                  <a:pt x="669719" y="2590648"/>
                </a:lnTo>
                <a:lnTo>
                  <a:pt x="660514" y="2636722"/>
                </a:lnTo>
                <a:lnTo>
                  <a:pt x="645455" y="2681027"/>
                </a:lnTo>
                <a:lnTo>
                  <a:pt x="624774" y="2723003"/>
                </a:lnTo>
                <a:lnTo>
                  <a:pt x="598703" y="2762092"/>
                </a:lnTo>
                <a:lnTo>
                  <a:pt x="567474" y="2797733"/>
                </a:lnTo>
                <a:lnTo>
                  <a:pt x="531832" y="2828963"/>
                </a:lnTo>
                <a:lnTo>
                  <a:pt x="492743" y="2855033"/>
                </a:lnTo>
                <a:lnTo>
                  <a:pt x="450767" y="2875713"/>
                </a:lnTo>
                <a:lnTo>
                  <a:pt x="406462" y="2890771"/>
                </a:lnTo>
                <a:lnTo>
                  <a:pt x="360387" y="2899976"/>
                </a:lnTo>
                <a:lnTo>
                  <a:pt x="313102" y="2903095"/>
                </a:lnTo>
                <a:lnTo>
                  <a:pt x="0" y="2903095"/>
                </a:lnTo>
                <a:close/>
              </a:path>
            </a:pathLst>
          </a:custGeom>
          <a:solidFill>
            <a:srgbClr val="53535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CB9C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/>
          <p:nvPr>
            <p:ph type="title"/>
          </p:nvPr>
        </p:nvSpPr>
        <p:spPr>
          <a:xfrm>
            <a:off x="-409650" y="1190575"/>
            <a:ext cx="19107300" cy="15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21975">
            <a:spAutoFit/>
          </a:bodyPr>
          <a:lstStyle/>
          <a:p>
            <a:pPr indent="0" lvl="0" marL="0" marR="5080" rtl="0" algn="ctr">
              <a:lnSpc>
                <a:spcPct val="70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/>
              <a:t> </a:t>
            </a:r>
            <a:r>
              <a:rPr lang="en-US" sz="6000"/>
              <a:t> </a:t>
            </a:r>
            <a:r>
              <a:rPr lang="en-US" sz="6000" u="sng">
                <a:solidFill>
                  <a:srgbClr val="0000FF"/>
                </a:solidFill>
              </a:rPr>
              <a:t>HOW ONEKEY WORKS- </a:t>
            </a:r>
            <a:r>
              <a:rPr lang="en-US" sz="6000" u="sng">
                <a:solidFill>
                  <a:srgbClr val="0000FF"/>
                </a:solidFill>
              </a:rPr>
              <a:t>Architecture</a:t>
            </a:r>
            <a:r>
              <a:rPr lang="en-US" sz="6000" u="sng">
                <a:solidFill>
                  <a:srgbClr val="0000FF"/>
                </a:solidFill>
              </a:rPr>
              <a:t> Overview</a:t>
            </a:r>
            <a:endParaRPr sz="6000" u="sng">
              <a:solidFill>
                <a:srgbClr val="0000FF"/>
              </a:solidFill>
            </a:endParaRPr>
          </a:p>
        </p:txBody>
      </p:sp>
      <p:pic>
        <p:nvPicPr>
          <p:cNvPr descr="0e3745d5-1c69-4e3a-98a5-92ee00ca2a12.jpg" id="138" name="Google Shape;13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10400" y="0"/>
            <a:ext cx="2971800" cy="1643063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0"/>
          <p:cNvSpPr/>
          <p:nvPr/>
        </p:nvSpPr>
        <p:spPr>
          <a:xfrm>
            <a:off x="1134772" y="3186250"/>
            <a:ext cx="13017900" cy="3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rgbClr val="980000"/>
                </a:solidFill>
              </a:rPr>
              <a:t>H</a:t>
            </a:r>
            <a:r>
              <a:rPr b="1" lang="en-US" sz="3600">
                <a:solidFill>
                  <a:srgbClr val="980000"/>
                </a:solidFill>
              </a:rPr>
              <a:t>ow</a:t>
            </a:r>
            <a:r>
              <a:rPr b="1" lang="en-US" sz="3200">
                <a:solidFill>
                  <a:srgbClr val="A61C00"/>
                </a:solidFill>
              </a:rPr>
              <a:t> OneKey Works – Architecture Overview</a:t>
            </a:r>
            <a:endParaRPr b="1" sz="3200">
              <a:solidFill>
                <a:srgbClr val="A61C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A61C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74E13"/>
                </a:solidFill>
              </a:rPr>
              <a:t>Key Points:</a:t>
            </a:r>
            <a:endParaRPr b="1" sz="3000">
              <a:solidFill>
                <a:srgbClr val="274E1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rgbClr val="274E13"/>
                </a:solidFill>
              </a:rPr>
              <a:t>BACKEND</a:t>
            </a:r>
            <a:r>
              <a:rPr b="1" lang="en-US" sz="3400">
                <a:solidFill>
                  <a:srgbClr val="274E13"/>
                </a:solidFill>
              </a:rPr>
              <a:t>: </a:t>
            </a:r>
            <a:r>
              <a:rPr b="1" lang="en-US" sz="3000">
                <a:solidFill>
                  <a:srgbClr val="274E13"/>
                </a:solidFill>
              </a:rPr>
              <a:t>FastAPI (auth, vault, proxy, usage logging).</a:t>
            </a:r>
            <a:endParaRPr b="1" sz="3000">
              <a:solidFill>
                <a:srgbClr val="274E13"/>
              </a:solidFill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3000"/>
              <a:buChar char="●"/>
            </a:pPr>
            <a:r>
              <a:rPr b="1" lang="en-US" sz="3000">
                <a:solidFill>
                  <a:srgbClr val="274E13"/>
                </a:solidFill>
              </a:rPr>
              <a:t>FRONTEND :Vanilla JS + HTML + CSS (interactive dashboard).</a:t>
            </a:r>
            <a:endParaRPr b="1" sz="3000">
              <a:solidFill>
                <a:srgbClr val="274E13"/>
              </a:solidFill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3000"/>
              <a:buChar char="●"/>
            </a:pPr>
            <a:r>
              <a:rPr b="1" lang="en-US" sz="3000">
                <a:solidFill>
                  <a:srgbClr val="274E13"/>
                </a:solidFill>
              </a:rPr>
              <a:t>CLI: Typer + Rich (published as zerokey-cli on PyPI).</a:t>
            </a:r>
            <a:endParaRPr b="1" sz="3000">
              <a:solidFill>
                <a:srgbClr val="274E13"/>
              </a:solidFill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3000"/>
              <a:buChar char="●"/>
            </a:pPr>
            <a:r>
              <a:rPr b="1" lang="en-US" sz="3000">
                <a:solidFill>
                  <a:srgbClr val="274E13"/>
                </a:solidFill>
              </a:rPr>
              <a:t>DATABASE: NeonDB (PostgreSQL suppo</a:t>
            </a:r>
            <a:r>
              <a:rPr b="1" lang="en-US" sz="2900">
                <a:solidFill>
                  <a:srgbClr val="274E13"/>
                </a:solidFill>
              </a:rPr>
              <a:t>rt planned).</a:t>
            </a:r>
            <a:endParaRPr b="1" sz="2900">
              <a:solidFill>
                <a:srgbClr val="274E13"/>
              </a:solidFill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3000"/>
              <a:buChar char="●"/>
            </a:pPr>
            <a:r>
              <a:rPr b="1" lang="en-US" sz="2900">
                <a:solidFill>
                  <a:srgbClr val="274E13"/>
                </a:solidFill>
              </a:rPr>
              <a:t>E</a:t>
            </a:r>
            <a:r>
              <a:rPr b="1" lang="en-US" sz="3200">
                <a:solidFill>
                  <a:srgbClr val="274E13"/>
                </a:solidFill>
              </a:rPr>
              <a:t>NCRPTION: AES-256 client-side + at rest.</a:t>
            </a:r>
            <a:endParaRPr b="1" sz="3200">
              <a:solidFill>
                <a:srgbClr val="274E13"/>
              </a:solidFill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3200"/>
              <a:buChar char="●"/>
            </a:pPr>
            <a:r>
              <a:rPr b="1" lang="en-US" sz="3200">
                <a:solidFill>
                  <a:srgbClr val="274E13"/>
                </a:solidFill>
              </a:rPr>
              <a:t>AUTH: Argon2 hashing + short-lived JWT.</a:t>
            </a:r>
            <a:endParaRPr b="1" sz="3200">
              <a:solidFill>
                <a:srgbClr val="274E13"/>
              </a:solidFill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3200"/>
              <a:buChar char="●"/>
            </a:pPr>
            <a:r>
              <a:rPr b="1" lang="en-US" sz="3200">
                <a:solidFill>
                  <a:srgbClr val="274E13"/>
                </a:solidFill>
              </a:rPr>
              <a:t>PROXY: Normalizes requests/responses, retries, logging.</a:t>
            </a:r>
            <a:endParaRPr b="1" sz="3200">
              <a:solidFill>
                <a:srgbClr val="274E13"/>
              </a:solidFill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3200"/>
              <a:buChar char="●"/>
            </a:pPr>
            <a:r>
              <a:rPr b="1" lang="en-US" sz="3200">
                <a:solidFill>
                  <a:srgbClr val="274E13"/>
                </a:solidFill>
              </a:rPr>
              <a:t>DEPLOYMENT</a:t>
            </a:r>
            <a:r>
              <a:rPr b="1" lang="en-US" sz="3100">
                <a:solidFill>
                  <a:srgbClr val="274E13"/>
                </a:solidFill>
              </a:rPr>
              <a:t>: Easy with Dockerfile &amp; Render.</a:t>
            </a:r>
            <a:endParaRPr b="1" sz="3100">
              <a:solidFill>
                <a:srgbClr val="274E13"/>
              </a:solidFill>
            </a:endParaRPr>
          </a:p>
        </p:txBody>
      </p:sp>
      <p:sp>
        <p:nvSpPr>
          <p:cNvPr id="140" name="Google Shape;140;p20"/>
          <p:cNvSpPr/>
          <p:nvPr/>
        </p:nvSpPr>
        <p:spPr>
          <a:xfrm>
            <a:off x="16647777" y="7272855"/>
            <a:ext cx="1793240" cy="3166745"/>
          </a:xfrm>
          <a:custGeom>
            <a:rect b="b" l="l" r="r" t="t"/>
            <a:pathLst>
              <a:path extrusionOk="0" h="3166745" w="1793240">
                <a:moveTo>
                  <a:pt x="1792622" y="0"/>
                </a:moveTo>
                <a:lnTo>
                  <a:pt x="1792622" y="3166544"/>
                </a:lnTo>
                <a:lnTo>
                  <a:pt x="0" y="3166544"/>
                </a:lnTo>
                <a:lnTo>
                  <a:pt x="0" y="2774819"/>
                </a:lnTo>
                <a:lnTo>
                  <a:pt x="3284" y="2726006"/>
                </a:lnTo>
                <a:lnTo>
                  <a:pt x="12850" y="2679189"/>
                </a:lnTo>
                <a:lnTo>
                  <a:pt x="28270" y="2634796"/>
                </a:lnTo>
                <a:lnTo>
                  <a:pt x="49115" y="2593257"/>
                </a:lnTo>
                <a:lnTo>
                  <a:pt x="74955" y="2554999"/>
                </a:lnTo>
                <a:lnTo>
                  <a:pt x="105364" y="2520451"/>
                </a:lnTo>
                <a:lnTo>
                  <a:pt x="139911" y="2490043"/>
                </a:lnTo>
                <a:lnTo>
                  <a:pt x="178169" y="2464202"/>
                </a:lnTo>
                <a:lnTo>
                  <a:pt x="219709" y="2443358"/>
                </a:lnTo>
                <a:lnTo>
                  <a:pt x="264102" y="2427938"/>
                </a:lnTo>
                <a:lnTo>
                  <a:pt x="310919" y="2418372"/>
                </a:lnTo>
                <a:lnTo>
                  <a:pt x="359732" y="2415087"/>
                </a:lnTo>
                <a:lnTo>
                  <a:pt x="895040" y="2415087"/>
                </a:lnTo>
                <a:lnTo>
                  <a:pt x="943854" y="2411803"/>
                </a:lnTo>
                <a:lnTo>
                  <a:pt x="990672" y="2402237"/>
                </a:lnTo>
                <a:lnTo>
                  <a:pt x="1035065" y="2386817"/>
                </a:lnTo>
                <a:lnTo>
                  <a:pt x="1076604" y="2365973"/>
                </a:lnTo>
                <a:lnTo>
                  <a:pt x="1114862" y="2340132"/>
                </a:lnTo>
                <a:lnTo>
                  <a:pt x="1149410" y="2309724"/>
                </a:lnTo>
                <a:lnTo>
                  <a:pt x="1179818" y="2275176"/>
                </a:lnTo>
                <a:lnTo>
                  <a:pt x="1205659" y="2236918"/>
                </a:lnTo>
                <a:lnTo>
                  <a:pt x="1226503" y="2195379"/>
                </a:lnTo>
                <a:lnTo>
                  <a:pt x="1241923" y="2150986"/>
                </a:lnTo>
                <a:lnTo>
                  <a:pt x="1251489" y="2104168"/>
                </a:lnTo>
                <a:lnTo>
                  <a:pt x="1254773" y="2055355"/>
                </a:lnTo>
                <a:lnTo>
                  <a:pt x="1254773" y="359732"/>
                </a:lnTo>
                <a:lnTo>
                  <a:pt x="1257892" y="312447"/>
                </a:lnTo>
                <a:lnTo>
                  <a:pt x="1267097" y="266372"/>
                </a:lnTo>
                <a:lnTo>
                  <a:pt x="1282156" y="222067"/>
                </a:lnTo>
                <a:lnTo>
                  <a:pt x="1302836" y="180091"/>
                </a:lnTo>
                <a:lnTo>
                  <a:pt x="1328907" y="141002"/>
                </a:lnTo>
                <a:lnTo>
                  <a:pt x="1360137" y="105361"/>
                </a:lnTo>
                <a:lnTo>
                  <a:pt x="1395779" y="74132"/>
                </a:lnTo>
                <a:lnTo>
                  <a:pt x="1434868" y="48061"/>
                </a:lnTo>
                <a:lnTo>
                  <a:pt x="1476844" y="27381"/>
                </a:lnTo>
                <a:lnTo>
                  <a:pt x="1521150" y="12323"/>
                </a:lnTo>
                <a:lnTo>
                  <a:pt x="1567225" y="3119"/>
                </a:lnTo>
                <a:lnTo>
                  <a:pt x="1614510" y="0"/>
                </a:lnTo>
                <a:lnTo>
                  <a:pt x="1792622" y="0"/>
                </a:lnTo>
                <a:close/>
              </a:path>
            </a:pathLst>
          </a:custGeom>
          <a:solidFill>
            <a:srgbClr val="53535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1" name="Google Shape;141;p20"/>
          <p:cNvSpPr/>
          <p:nvPr/>
        </p:nvSpPr>
        <p:spPr>
          <a:xfrm>
            <a:off x="-171825" y="-107351"/>
            <a:ext cx="2082089" cy="3462090"/>
          </a:xfrm>
          <a:custGeom>
            <a:rect b="b" l="l" r="r" t="t"/>
            <a:pathLst>
              <a:path extrusionOk="0" h="2903220" w="1927860">
                <a:moveTo>
                  <a:pt x="0" y="2903095"/>
                </a:moveTo>
                <a:lnTo>
                  <a:pt x="0" y="0"/>
                </a:lnTo>
                <a:lnTo>
                  <a:pt x="1927611" y="0"/>
                </a:lnTo>
                <a:lnTo>
                  <a:pt x="1927611" y="128274"/>
                </a:lnTo>
                <a:lnTo>
                  <a:pt x="1924327" y="177088"/>
                </a:lnTo>
                <a:lnTo>
                  <a:pt x="1914761" y="223905"/>
                </a:lnTo>
                <a:lnTo>
                  <a:pt x="1899341" y="268298"/>
                </a:lnTo>
                <a:lnTo>
                  <a:pt x="1878496" y="309838"/>
                </a:lnTo>
                <a:lnTo>
                  <a:pt x="1852655" y="348095"/>
                </a:lnTo>
                <a:lnTo>
                  <a:pt x="1822247" y="382643"/>
                </a:lnTo>
                <a:lnTo>
                  <a:pt x="1787700" y="413051"/>
                </a:lnTo>
                <a:lnTo>
                  <a:pt x="1749442" y="438892"/>
                </a:lnTo>
                <a:lnTo>
                  <a:pt x="1707902" y="459737"/>
                </a:lnTo>
                <a:lnTo>
                  <a:pt x="1663509" y="475157"/>
                </a:lnTo>
                <a:lnTo>
                  <a:pt x="1616692" y="484723"/>
                </a:lnTo>
                <a:lnTo>
                  <a:pt x="1567878" y="488007"/>
                </a:lnTo>
                <a:lnTo>
                  <a:pt x="1032571" y="488007"/>
                </a:lnTo>
                <a:lnTo>
                  <a:pt x="983758" y="491291"/>
                </a:lnTo>
                <a:lnTo>
                  <a:pt x="936940" y="500857"/>
                </a:lnTo>
                <a:lnTo>
                  <a:pt x="892547" y="516277"/>
                </a:lnTo>
                <a:lnTo>
                  <a:pt x="851007" y="537121"/>
                </a:lnTo>
                <a:lnTo>
                  <a:pt x="812749" y="562962"/>
                </a:lnTo>
                <a:lnTo>
                  <a:pt x="778202" y="593371"/>
                </a:lnTo>
                <a:lnTo>
                  <a:pt x="747793" y="627918"/>
                </a:lnTo>
                <a:lnTo>
                  <a:pt x="721952" y="666176"/>
                </a:lnTo>
                <a:lnTo>
                  <a:pt x="701108" y="707716"/>
                </a:lnTo>
                <a:lnTo>
                  <a:pt x="685688" y="752109"/>
                </a:lnTo>
                <a:lnTo>
                  <a:pt x="676122" y="798927"/>
                </a:lnTo>
                <a:lnTo>
                  <a:pt x="672838" y="847740"/>
                </a:lnTo>
                <a:lnTo>
                  <a:pt x="672838" y="2543363"/>
                </a:lnTo>
                <a:lnTo>
                  <a:pt x="669719" y="2590648"/>
                </a:lnTo>
                <a:lnTo>
                  <a:pt x="660514" y="2636722"/>
                </a:lnTo>
                <a:lnTo>
                  <a:pt x="645455" y="2681027"/>
                </a:lnTo>
                <a:lnTo>
                  <a:pt x="624774" y="2723003"/>
                </a:lnTo>
                <a:lnTo>
                  <a:pt x="598703" y="2762092"/>
                </a:lnTo>
                <a:lnTo>
                  <a:pt x="567474" y="2797733"/>
                </a:lnTo>
                <a:lnTo>
                  <a:pt x="531832" y="2828963"/>
                </a:lnTo>
                <a:lnTo>
                  <a:pt x="492743" y="2855033"/>
                </a:lnTo>
                <a:lnTo>
                  <a:pt x="450767" y="2875713"/>
                </a:lnTo>
                <a:lnTo>
                  <a:pt x="406462" y="2890771"/>
                </a:lnTo>
                <a:lnTo>
                  <a:pt x="360387" y="2899976"/>
                </a:lnTo>
                <a:lnTo>
                  <a:pt x="313102" y="2903095"/>
                </a:lnTo>
                <a:lnTo>
                  <a:pt x="0" y="2903095"/>
                </a:lnTo>
                <a:close/>
              </a:path>
            </a:pathLst>
          </a:custGeom>
          <a:solidFill>
            <a:srgbClr val="53535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2" name="Google Shape;142;p20"/>
          <p:cNvSpPr/>
          <p:nvPr/>
        </p:nvSpPr>
        <p:spPr>
          <a:xfrm>
            <a:off x="14494445" y="-16095"/>
            <a:ext cx="3800398" cy="2535793"/>
          </a:xfrm>
          <a:custGeom>
            <a:rect b="b" l="l" r="r" t="t"/>
            <a:pathLst>
              <a:path extrusionOk="0" h="2190750" w="4318634">
                <a:moveTo>
                  <a:pt x="4318016" y="2190346"/>
                </a:moveTo>
                <a:lnTo>
                  <a:pt x="4105453" y="2190346"/>
                </a:lnTo>
                <a:lnTo>
                  <a:pt x="4056639" y="2187062"/>
                </a:lnTo>
                <a:lnTo>
                  <a:pt x="4009821" y="2177496"/>
                </a:lnTo>
                <a:lnTo>
                  <a:pt x="3965427" y="2162076"/>
                </a:lnTo>
                <a:lnTo>
                  <a:pt x="3923887" y="2141232"/>
                </a:lnTo>
                <a:lnTo>
                  <a:pt x="3885628" y="2115391"/>
                </a:lnTo>
                <a:lnTo>
                  <a:pt x="3851080" y="2084982"/>
                </a:lnTo>
                <a:lnTo>
                  <a:pt x="3820672" y="2050434"/>
                </a:lnTo>
                <a:lnTo>
                  <a:pt x="3794831" y="2012176"/>
                </a:lnTo>
                <a:lnTo>
                  <a:pt x="3773986" y="1970635"/>
                </a:lnTo>
                <a:lnTo>
                  <a:pt x="3758566" y="1926242"/>
                </a:lnTo>
                <a:lnTo>
                  <a:pt x="3749000" y="1879424"/>
                </a:lnTo>
                <a:lnTo>
                  <a:pt x="3745716" y="1830610"/>
                </a:lnTo>
                <a:lnTo>
                  <a:pt x="3745716" y="1368045"/>
                </a:lnTo>
                <a:lnTo>
                  <a:pt x="3742597" y="1320760"/>
                </a:lnTo>
                <a:lnTo>
                  <a:pt x="3733393" y="1274686"/>
                </a:lnTo>
                <a:lnTo>
                  <a:pt x="3718334" y="1230381"/>
                </a:lnTo>
                <a:lnTo>
                  <a:pt x="3697654" y="1188405"/>
                </a:lnTo>
                <a:lnTo>
                  <a:pt x="3671583" y="1149316"/>
                </a:lnTo>
                <a:lnTo>
                  <a:pt x="3640353" y="1113675"/>
                </a:lnTo>
                <a:lnTo>
                  <a:pt x="3604712" y="1082445"/>
                </a:lnTo>
                <a:lnTo>
                  <a:pt x="3565624" y="1056375"/>
                </a:lnTo>
                <a:lnTo>
                  <a:pt x="3523648" y="1035695"/>
                </a:lnTo>
                <a:lnTo>
                  <a:pt x="3479343" y="1020636"/>
                </a:lnTo>
                <a:lnTo>
                  <a:pt x="3433268" y="1011432"/>
                </a:lnTo>
                <a:lnTo>
                  <a:pt x="3385984" y="1008312"/>
                </a:lnTo>
                <a:lnTo>
                  <a:pt x="359732" y="1008312"/>
                </a:lnTo>
                <a:lnTo>
                  <a:pt x="310919" y="1005028"/>
                </a:lnTo>
                <a:lnTo>
                  <a:pt x="264101" y="995461"/>
                </a:lnTo>
                <a:lnTo>
                  <a:pt x="219708" y="980041"/>
                </a:lnTo>
                <a:lnTo>
                  <a:pt x="178168" y="959197"/>
                </a:lnTo>
                <a:lnTo>
                  <a:pt x="139910" y="933355"/>
                </a:lnTo>
                <a:lnTo>
                  <a:pt x="105363" y="902947"/>
                </a:lnTo>
                <a:lnTo>
                  <a:pt x="74954" y="868399"/>
                </a:lnTo>
                <a:lnTo>
                  <a:pt x="49114" y="830141"/>
                </a:lnTo>
                <a:lnTo>
                  <a:pt x="28269" y="788601"/>
                </a:lnTo>
                <a:lnTo>
                  <a:pt x="12850" y="744207"/>
                </a:lnTo>
                <a:lnTo>
                  <a:pt x="3284" y="697390"/>
                </a:lnTo>
                <a:lnTo>
                  <a:pt x="0" y="648576"/>
                </a:lnTo>
                <a:lnTo>
                  <a:pt x="0" y="0"/>
                </a:lnTo>
                <a:lnTo>
                  <a:pt x="4318016" y="0"/>
                </a:lnTo>
                <a:lnTo>
                  <a:pt x="4318016" y="2190346"/>
                </a:lnTo>
                <a:close/>
              </a:path>
            </a:pathLst>
          </a:custGeom>
          <a:solidFill>
            <a:srgbClr val="2F2F2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83"/>
          </a:p>
        </p:txBody>
      </p:sp>
      <p:sp>
        <p:nvSpPr>
          <p:cNvPr id="143" name="Google Shape;143;p20"/>
          <p:cNvSpPr/>
          <p:nvPr/>
        </p:nvSpPr>
        <p:spPr>
          <a:xfrm flipH="1" rot="10800000">
            <a:off x="418" y="8130314"/>
            <a:ext cx="2650808" cy="2155641"/>
          </a:xfrm>
          <a:custGeom>
            <a:rect b="b" l="l" r="r" t="t"/>
            <a:pathLst>
              <a:path extrusionOk="0" h="2903220" w="1927860">
                <a:moveTo>
                  <a:pt x="0" y="2903095"/>
                </a:moveTo>
                <a:lnTo>
                  <a:pt x="0" y="0"/>
                </a:lnTo>
                <a:lnTo>
                  <a:pt x="1927611" y="0"/>
                </a:lnTo>
                <a:lnTo>
                  <a:pt x="1927611" y="128274"/>
                </a:lnTo>
                <a:lnTo>
                  <a:pt x="1924327" y="177088"/>
                </a:lnTo>
                <a:lnTo>
                  <a:pt x="1914761" y="223905"/>
                </a:lnTo>
                <a:lnTo>
                  <a:pt x="1899341" y="268298"/>
                </a:lnTo>
                <a:lnTo>
                  <a:pt x="1878496" y="309838"/>
                </a:lnTo>
                <a:lnTo>
                  <a:pt x="1852655" y="348095"/>
                </a:lnTo>
                <a:lnTo>
                  <a:pt x="1822247" y="382643"/>
                </a:lnTo>
                <a:lnTo>
                  <a:pt x="1787700" y="413051"/>
                </a:lnTo>
                <a:lnTo>
                  <a:pt x="1749442" y="438892"/>
                </a:lnTo>
                <a:lnTo>
                  <a:pt x="1707902" y="459737"/>
                </a:lnTo>
                <a:lnTo>
                  <a:pt x="1663509" y="475157"/>
                </a:lnTo>
                <a:lnTo>
                  <a:pt x="1616692" y="484723"/>
                </a:lnTo>
                <a:lnTo>
                  <a:pt x="1567878" y="488007"/>
                </a:lnTo>
                <a:lnTo>
                  <a:pt x="1032571" y="488007"/>
                </a:lnTo>
                <a:lnTo>
                  <a:pt x="983758" y="491291"/>
                </a:lnTo>
                <a:lnTo>
                  <a:pt x="936940" y="500857"/>
                </a:lnTo>
                <a:lnTo>
                  <a:pt x="892547" y="516277"/>
                </a:lnTo>
                <a:lnTo>
                  <a:pt x="851007" y="537121"/>
                </a:lnTo>
                <a:lnTo>
                  <a:pt x="812749" y="562962"/>
                </a:lnTo>
                <a:lnTo>
                  <a:pt x="778202" y="593371"/>
                </a:lnTo>
                <a:lnTo>
                  <a:pt x="747793" y="627918"/>
                </a:lnTo>
                <a:lnTo>
                  <a:pt x="721952" y="666176"/>
                </a:lnTo>
                <a:lnTo>
                  <a:pt x="701108" y="707716"/>
                </a:lnTo>
                <a:lnTo>
                  <a:pt x="685688" y="752109"/>
                </a:lnTo>
                <a:lnTo>
                  <a:pt x="676122" y="798927"/>
                </a:lnTo>
                <a:lnTo>
                  <a:pt x="672838" y="847740"/>
                </a:lnTo>
                <a:lnTo>
                  <a:pt x="672838" y="2543363"/>
                </a:lnTo>
                <a:lnTo>
                  <a:pt x="669719" y="2590648"/>
                </a:lnTo>
                <a:lnTo>
                  <a:pt x="660514" y="2636722"/>
                </a:lnTo>
                <a:lnTo>
                  <a:pt x="645455" y="2681027"/>
                </a:lnTo>
                <a:lnTo>
                  <a:pt x="624774" y="2723003"/>
                </a:lnTo>
                <a:lnTo>
                  <a:pt x="598703" y="2762092"/>
                </a:lnTo>
                <a:lnTo>
                  <a:pt x="567474" y="2797733"/>
                </a:lnTo>
                <a:lnTo>
                  <a:pt x="531832" y="2828963"/>
                </a:lnTo>
                <a:lnTo>
                  <a:pt x="492743" y="2855033"/>
                </a:lnTo>
                <a:lnTo>
                  <a:pt x="450767" y="2875713"/>
                </a:lnTo>
                <a:lnTo>
                  <a:pt x="406462" y="2890771"/>
                </a:lnTo>
                <a:lnTo>
                  <a:pt x="360387" y="2899976"/>
                </a:lnTo>
                <a:lnTo>
                  <a:pt x="313102" y="2903095"/>
                </a:lnTo>
                <a:lnTo>
                  <a:pt x="0" y="2903095"/>
                </a:lnTo>
                <a:close/>
              </a:path>
            </a:pathLst>
          </a:custGeom>
          <a:solidFill>
            <a:srgbClr val="53535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CB9C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 txBox="1"/>
          <p:nvPr/>
        </p:nvSpPr>
        <p:spPr>
          <a:xfrm>
            <a:off x="4028012" y="-571500"/>
            <a:ext cx="93069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300">
                <a:solidFill>
                  <a:srgbClr val="2F2F2F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    </a:t>
            </a:r>
            <a:endParaRPr sz="103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9" name="Google Shape;149;p21"/>
          <p:cNvSpPr txBox="1"/>
          <p:nvPr/>
        </p:nvSpPr>
        <p:spPr>
          <a:xfrm>
            <a:off x="-6458800" y="2106700"/>
            <a:ext cx="1943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                                     </a:t>
            </a:r>
            <a:endParaRPr sz="2400"/>
          </a:p>
        </p:txBody>
      </p:sp>
      <p:pic>
        <p:nvPicPr>
          <p:cNvPr descr="0e3745d5-1c69-4e3a-98a5-92ee00ca2a12.jpg" id="150" name="Google Shape;15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10400" y="71437"/>
            <a:ext cx="2971800" cy="1643063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1"/>
          <p:cNvSpPr/>
          <p:nvPr/>
        </p:nvSpPr>
        <p:spPr>
          <a:xfrm>
            <a:off x="11583925" y="2721900"/>
            <a:ext cx="998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u="sng">
                <a:latin typeface="Trebuchet MS"/>
                <a:ea typeface="Trebuchet MS"/>
                <a:cs typeface="Trebuchet MS"/>
                <a:sym typeface="Trebuchet MS"/>
              </a:rPr>
              <a:t>ARTITECHTURE   </a:t>
            </a:r>
            <a:endParaRPr sz="4000" u="sng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u="sng">
                <a:latin typeface="Trebuchet MS"/>
                <a:ea typeface="Trebuchet MS"/>
                <a:cs typeface="Trebuchet MS"/>
                <a:sym typeface="Trebuchet MS"/>
              </a:rPr>
              <a:t>DIAGRAM</a:t>
            </a:r>
            <a:endParaRPr sz="4000" u="sng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52" name="Google Shape;152;p21" title="WhatsApp Image 2026-02-08 at 3.01.14 PM (1).jpeg"/>
          <p:cNvPicPr preferRelativeResize="0"/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>
            <a:off x="829822" y="1881650"/>
            <a:ext cx="9856475" cy="8405350"/>
          </a:xfrm>
          <a:prstGeom prst="rect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3" name="Google Shape;153;p21"/>
          <p:cNvSpPr/>
          <p:nvPr/>
        </p:nvSpPr>
        <p:spPr>
          <a:xfrm>
            <a:off x="16551416" y="7425255"/>
            <a:ext cx="1793240" cy="3166745"/>
          </a:xfrm>
          <a:custGeom>
            <a:rect b="b" l="l" r="r" t="t"/>
            <a:pathLst>
              <a:path extrusionOk="0" h="3166745" w="1793240">
                <a:moveTo>
                  <a:pt x="1792622" y="0"/>
                </a:moveTo>
                <a:lnTo>
                  <a:pt x="1792622" y="3166544"/>
                </a:lnTo>
                <a:lnTo>
                  <a:pt x="0" y="3166544"/>
                </a:lnTo>
                <a:lnTo>
                  <a:pt x="0" y="2774819"/>
                </a:lnTo>
                <a:lnTo>
                  <a:pt x="3284" y="2726006"/>
                </a:lnTo>
                <a:lnTo>
                  <a:pt x="12850" y="2679189"/>
                </a:lnTo>
                <a:lnTo>
                  <a:pt x="28270" y="2634796"/>
                </a:lnTo>
                <a:lnTo>
                  <a:pt x="49115" y="2593257"/>
                </a:lnTo>
                <a:lnTo>
                  <a:pt x="74955" y="2554999"/>
                </a:lnTo>
                <a:lnTo>
                  <a:pt x="105364" y="2520451"/>
                </a:lnTo>
                <a:lnTo>
                  <a:pt x="139911" y="2490043"/>
                </a:lnTo>
                <a:lnTo>
                  <a:pt x="178169" y="2464202"/>
                </a:lnTo>
                <a:lnTo>
                  <a:pt x="219709" y="2443358"/>
                </a:lnTo>
                <a:lnTo>
                  <a:pt x="264102" y="2427938"/>
                </a:lnTo>
                <a:lnTo>
                  <a:pt x="310919" y="2418372"/>
                </a:lnTo>
                <a:lnTo>
                  <a:pt x="359732" y="2415087"/>
                </a:lnTo>
                <a:lnTo>
                  <a:pt x="895040" y="2415087"/>
                </a:lnTo>
                <a:lnTo>
                  <a:pt x="943854" y="2411803"/>
                </a:lnTo>
                <a:lnTo>
                  <a:pt x="990672" y="2402237"/>
                </a:lnTo>
                <a:lnTo>
                  <a:pt x="1035065" y="2386817"/>
                </a:lnTo>
                <a:lnTo>
                  <a:pt x="1076604" y="2365973"/>
                </a:lnTo>
                <a:lnTo>
                  <a:pt x="1114862" y="2340132"/>
                </a:lnTo>
                <a:lnTo>
                  <a:pt x="1149410" y="2309724"/>
                </a:lnTo>
                <a:lnTo>
                  <a:pt x="1179818" y="2275176"/>
                </a:lnTo>
                <a:lnTo>
                  <a:pt x="1205659" y="2236918"/>
                </a:lnTo>
                <a:lnTo>
                  <a:pt x="1226503" y="2195379"/>
                </a:lnTo>
                <a:lnTo>
                  <a:pt x="1241923" y="2150986"/>
                </a:lnTo>
                <a:lnTo>
                  <a:pt x="1251489" y="2104168"/>
                </a:lnTo>
                <a:lnTo>
                  <a:pt x="1254773" y="2055355"/>
                </a:lnTo>
                <a:lnTo>
                  <a:pt x="1254773" y="359732"/>
                </a:lnTo>
                <a:lnTo>
                  <a:pt x="1257892" y="312447"/>
                </a:lnTo>
                <a:lnTo>
                  <a:pt x="1267097" y="266372"/>
                </a:lnTo>
                <a:lnTo>
                  <a:pt x="1282156" y="222067"/>
                </a:lnTo>
                <a:lnTo>
                  <a:pt x="1302836" y="180091"/>
                </a:lnTo>
                <a:lnTo>
                  <a:pt x="1328907" y="141002"/>
                </a:lnTo>
                <a:lnTo>
                  <a:pt x="1360137" y="105361"/>
                </a:lnTo>
                <a:lnTo>
                  <a:pt x="1395779" y="74132"/>
                </a:lnTo>
                <a:lnTo>
                  <a:pt x="1434868" y="48061"/>
                </a:lnTo>
                <a:lnTo>
                  <a:pt x="1476844" y="27381"/>
                </a:lnTo>
                <a:lnTo>
                  <a:pt x="1521150" y="12323"/>
                </a:lnTo>
                <a:lnTo>
                  <a:pt x="1567225" y="3119"/>
                </a:lnTo>
                <a:lnTo>
                  <a:pt x="1614510" y="0"/>
                </a:lnTo>
                <a:lnTo>
                  <a:pt x="1792622" y="0"/>
                </a:lnTo>
                <a:close/>
              </a:path>
            </a:pathLst>
          </a:custGeom>
          <a:solidFill>
            <a:srgbClr val="53535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4" name="Google Shape;154;p21"/>
          <p:cNvSpPr/>
          <p:nvPr/>
        </p:nvSpPr>
        <p:spPr>
          <a:xfrm>
            <a:off x="-1" y="-111125"/>
            <a:ext cx="2082089" cy="3164510"/>
          </a:xfrm>
          <a:custGeom>
            <a:rect b="b" l="l" r="r" t="t"/>
            <a:pathLst>
              <a:path extrusionOk="0" h="2903220" w="1927860">
                <a:moveTo>
                  <a:pt x="0" y="2903095"/>
                </a:moveTo>
                <a:lnTo>
                  <a:pt x="0" y="0"/>
                </a:lnTo>
                <a:lnTo>
                  <a:pt x="1927611" y="0"/>
                </a:lnTo>
                <a:lnTo>
                  <a:pt x="1927611" y="128274"/>
                </a:lnTo>
                <a:lnTo>
                  <a:pt x="1924327" y="177088"/>
                </a:lnTo>
                <a:lnTo>
                  <a:pt x="1914761" y="223905"/>
                </a:lnTo>
                <a:lnTo>
                  <a:pt x="1899341" y="268298"/>
                </a:lnTo>
                <a:lnTo>
                  <a:pt x="1878496" y="309838"/>
                </a:lnTo>
                <a:lnTo>
                  <a:pt x="1852655" y="348095"/>
                </a:lnTo>
                <a:lnTo>
                  <a:pt x="1822247" y="382643"/>
                </a:lnTo>
                <a:lnTo>
                  <a:pt x="1787700" y="413051"/>
                </a:lnTo>
                <a:lnTo>
                  <a:pt x="1749442" y="438892"/>
                </a:lnTo>
                <a:lnTo>
                  <a:pt x="1707902" y="459737"/>
                </a:lnTo>
                <a:lnTo>
                  <a:pt x="1663509" y="475157"/>
                </a:lnTo>
                <a:lnTo>
                  <a:pt x="1616692" y="484723"/>
                </a:lnTo>
                <a:lnTo>
                  <a:pt x="1567878" y="488007"/>
                </a:lnTo>
                <a:lnTo>
                  <a:pt x="1032571" y="488007"/>
                </a:lnTo>
                <a:lnTo>
                  <a:pt x="983758" y="491291"/>
                </a:lnTo>
                <a:lnTo>
                  <a:pt x="936940" y="500857"/>
                </a:lnTo>
                <a:lnTo>
                  <a:pt x="892547" y="516277"/>
                </a:lnTo>
                <a:lnTo>
                  <a:pt x="851007" y="537121"/>
                </a:lnTo>
                <a:lnTo>
                  <a:pt x="812749" y="562962"/>
                </a:lnTo>
                <a:lnTo>
                  <a:pt x="778202" y="593371"/>
                </a:lnTo>
                <a:lnTo>
                  <a:pt x="747793" y="627918"/>
                </a:lnTo>
                <a:lnTo>
                  <a:pt x="721952" y="666176"/>
                </a:lnTo>
                <a:lnTo>
                  <a:pt x="701108" y="707716"/>
                </a:lnTo>
                <a:lnTo>
                  <a:pt x="685688" y="752109"/>
                </a:lnTo>
                <a:lnTo>
                  <a:pt x="676122" y="798927"/>
                </a:lnTo>
                <a:lnTo>
                  <a:pt x="672838" y="847740"/>
                </a:lnTo>
                <a:lnTo>
                  <a:pt x="672838" y="2543363"/>
                </a:lnTo>
                <a:lnTo>
                  <a:pt x="669719" y="2590648"/>
                </a:lnTo>
                <a:lnTo>
                  <a:pt x="660514" y="2636722"/>
                </a:lnTo>
                <a:lnTo>
                  <a:pt x="645455" y="2681027"/>
                </a:lnTo>
                <a:lnTo>
                  <a:pt x="624774" y="2723003"/>
                </a:lnTo>
                <a:lnTo>
                  <a:pt x="598703" y="2762092"/>
                </a:lnTo>
                <a:lnTo>
                  <a:pt x="567474" y="2797733"/>
                </a:lnTo>
                <a:lnTo>
                  <a:pt x="531832" y="2828963"/>
                </a:lnTo>
                <a:lnTo>
                  <a:pt x="492743" y="2855033"/>
                </a:lnTo>
                <a:lnTo>
                  <a:pt x="450767" y="2875713"/>
                </a:lnTo>
                <a:lnTo>
                  <a:pt x="406462" y="2890771"/>
                </a:lnTo>
                <a:lnTo>
                  <a:pt x="360387" y="2899976"/>
                </a:lnTo>
                <a:lnTo>
                  <a:pt x="313102" y="2903095"/>
                </a:lnTo>
                <a:lnTo>
                  <a:pt x="0" y="2903095"/>
                </a:lnTo>
                <a:close/>
              </a:path>
            </a:pathLst>
          </a:custGeom>
          <a:solidFill>
            <a:srgbClr val="53535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5" name="Google Shape;155;p21"/>
          <p:cNvSpPr/>
          <p:nvPr/>
        </p:nvSpPr>
        <p:spPr>
          <a:xfrm>
            <a:off x="15693025" y="-16100"/>
            <a:ext cx="2655960" cy="2935605"/>
          </a:xfrm>
          <a:custGeom>
            <a:rect b="b" l="l" r="r" t="t"/>
            <a:pathLst>
              <a:path extrusionOk="0" h="2190750" w="4318634">
                <a:moveTo>
                  <a:pt x="4318016" y="2190346"/>
                </a:moveTo>
                <a:lnTo>
                  <a:pt x="4105453" y="2190346"/>
                </a:lnTo>
                <a:lnTo>
                  <a:pt x="4056639" y="2187062"/>
                </a:lnTo>
                <a:lnTo>
                  <a:pt x="4009821" y="2177496"/>
                </a:lnTo>
                <a:lnTo>
                  <a:pt x="3965427" y="2162076"/>
                </a:lnTo>
                <a:lnTo>
                  <a:pt x="3923887" y="2141232"/>
                </a:lnTo>
                <a:lnTo>
                  <a:pt x="3885628" y="2115391"/>
                </a:lnTo>
                <a:lnTo>
                  <a:pt x="3851080" y="2084982"/>
                </a:lnTo>
                <a:lnTo>
                  <a:pt x="3820672" y="2050434"/>
                </a:lnTo>
                <a:lnTo>
                  <a:pt x="3794831" y="2012176"/>
                </a:lnTo>
                <a:lnTo>
                  <a:pt x="3773986" y="1970635"/>
                </a:lnTo>
                <a:lnTo>
                  <a:pt x="3758566" y="1926242"/>
                </a:lnTo>
                <a:lnTo>
                  <a:pt x="3749000" y="1879424"/>
                </a:lnTo>
                <a:lnTo>
                  <a:pt x="3745716" y="1830610"/>
                </a:lnTo>
                <a:lnTo>
                  <a:pt x="3745716" y="1368045"/>
                </a:lnTo>
                <a:lnTo>
                  <a:pt x="3742597" y="1320760"/>
                </a:lnTo>
                <a:lnTo>
                  <a:pt x="3733393" y="1274686"/>
                </a:lnTo>
                <a:lnTo>
                  <a:pt x="3718334" y="1230381"/>
                </a:lnTo>
                <a:lnTo>
                  <a:pt x="3697654" y="1188405"/>
                </a:lnTo>
                <a:lnTo>
                  <a:pt x="3671583" y="1149316"/>
                </a:lnTo>
                <a:lnTo>
                  <a:pt x="3640353" y="1113675"/>
                </a:lnTo>
                <a:lnTo>
                  <a:pt x="3604712" y="1082445"/>
                </a:lnTo>
                <a:lnTo>
                  <a:pt x="3565624" y="1056375"/>
                </a:lnTo>
                <a:lnTo>
                  <a:pt x="3523648" y="1035695"/>
                </a:lnTo>
                <a:lnTo>
                  <a:pt x="3479343" y="1020636"/>
                </a:lnTo>
                <a:lnTo>
                  <a:pt x="3433268" y="1011432"/>
                </a:lnTo>
                <a:lnTo>
                  <a:pt x="3385984" y="1008312"/>
                </a:lnTo>
                <a:lnTo>
                  <a:pt x="359732" y="1008312"/>
                </a:lnTo>
                <a:lnTo>
                  <a:pt x="310919" y="1005028"/>
                </a:lnTo>
                <a:lnTo>
                  <a:pt x="264101" y="995461"/>
                </a:lnTo>
                <a:lnTo>
                  <a:pt x="219708" y="980041"/>
                </a:lnTo>
                <a:lnTo>
                  <a:pt x="178168" y="959197"/>
                </a:lnTo>
                <a:lnTo>
                  <a:pt x="139910" y="933355"/>
                </a:lnTo>
                <a:lnTo>
                  <a:pt x="105363" y="902947"/>
                </a:lnTo>
                <a:lnTo>
                  <a:pt x="74954" y="868399"/>
                </a:lnTo>
                <a:lnTo>
                  <a:pt x="49114" y="830141"/>
                </a:lnTo>
                <a:lnTo>
                  <a:pt x="28269" y="788601"/>
                </a:lnTo>
                <a:lnTo>
                  <a:pt x="12850" y="744207"/>
                </a:lnTo>
                <a:lnTo>
                  <a:pt x="3284" y="697390"/>
                </a:lnTo>
                <a:lnTo>
                  <a:pt x="0" y="648576"/>
                </a:lnTo>
                <a:lnTo>
                  <a:pt x="0" y="0"/>
                </a:lnTo>
                <a:lnTo>
                  <a:pt x="4318016" y="0"/>
                </a:lnTo>
                <a:lnTo>
                  <a:pt x="4318016" y="2190346"/>
                </a:lnTo>
                <a:close/>
              </a:path>
            </a:pathLst>
          </a:custGeom>
          <a:solidFill>
            <a:srgbClr val="2F2F2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83"/>
          </a:p>
        </p:txBody>
      </p:sp>
      <p:sp>
        <p:nvSpPr>
          <p:cNvPr id="156" name="Google Shape;156;p21"/>
          <p:cNvSpPr/>
          <p:nvPr/>
        </p:nvSpPr>
        <p:spPr>
          <a:xfrm flipH="1" rot="10800000">
            <a:off x="418" y="8130314"/>
            <a:ext cx="2650808" cy="2155641"/>
          </a:xfrm>
          <a:custGeom>
            <a:rect b="b" l="l" r="r" t="t"/>
            <a:pathLst>
              <a:path extrusionOk="0" h="2903220" w="1927860">
                <a:moveTo>
                  <a:pt x="0" y="2903095"/>
                </a:moveTo>
                <a:lnTo>
                  <a:pt x="0" y="0"/>
                </a:lnTo>
                <a:lnTo>
                  <a:pt x="1927611" y="0"/>
                </a:lnTo>
                <a:lnTo>
                  <a:pt x="1927611" y="128274"/>
                </a:lnTo>
                <a:lnTo>
                  <a:pt x="1924327" y="177088"/>
                </a:lnTo>
                <a:lnTo>
                  <a:pt x="1914761" y="223905"/>
                </a:lnTo>
                <a:lnTo>
                  <a:pt x="1899341" y="268298"/>
                </a:lnTo>
                <a:lnTo>
                  <a:pt x="1878496" y="309838"/>
                </a:lnTo>
                <a:lnTo>
                  <a:pt x="1852655" y="348095"/>
                </a:lnTo>
                <a:lnTo>
                  <a:pt x="1822247" y="382643"/>
                </a:lnTo>
                <a:lnTo>
                  <a:pt x="1787700" y="413051"/>
                </a:lnTo>
                <a:lnTo>
                  <a:pt x="1749442" y="438892"/>
                </a:lnTo>
                <a:lnTo>
                  <a:pt x="1707902" y="459737"/>
                </a:lnTo>
                <a:lnTo>
                  <a:pt x="1663509" y="475157"/>
                </a:lnTo>
                <a:lnTo>
                  <a:pt x="1616692" y="484723"/>
                </a:lnTo>
                <a:lnTo>
                  <a:pt x="1567878" y="488007"/>
                </a:lnTo>
                <a:lnTo>
                  <a:pt x="1032571" y="488007"/>
                </a:lnTo>
                <a:lnTo>
                  <a:pt x="983758" y="491291"/>
                </a:lnTo>
                <a:lnTo>
                  <a:pt x="936940" y="500857"/>
                </a:lnTo>
                <a:lnTo>
                  <a:pt x="892547" y="516277"/>
                </a:lnTo>
                <a:lnTo>
                  <a:pt x="851007" y="537121"/>
                </a:lnTo>
                <a:lnTo>
                  <a:pt x="812749" y="562962"/>
                </a:lnTo>
                <a:lnTo>
                  <a:pt x="778202" y="593371"/>
                </a:lnTo>
                <a:lnTo>
                  <a:pt x="747793" y="627918"/>
                </a:lnTo>
                <a:lnTo>
                  <a:pt x="721952" y="666176"/>
                </a:lnTo>
                <a:lnTo>
                  <a:pt x="701108" y="707716"/>
                </a:lnTo>
                <a:lnTo>
                  <a:pt x="685688" y="752109"/>
                </a:lnTo>
                <a:lnTo>
                  <a:pt x="676122" y="798927"/>
                </a:lnTo>
                <a:lnTo>
                  <a:pt x="672838" y="847740"/>
                </a:lnTo>
                <a:lnTo>
                  <a:pt x="672838" y="2543363"/>
                </a:lnTo>
                <a:lnTo>
                  <a:pt x="669719" y="2590648"/>
                </a:lnTo>
                <a:lnTo>
                  <a:pt x="660514" y="2636722"/>
                </a:lnTo>
                <a:lnTo>
                  <a:pt x="645455" y="2681027"/>
                </a:lnTo>
                <a:lnTo>
                  <a:pt x="624774" y="2723003"/>
                </a:lnTo>
                <a:lnTo>
                  <a:pt x="598703" y="2762092"/>
                </a:lnTo>
                <a:lnTo>
                  <a:pt x="567474" y="2797733"/>
                </a:lnTo>
                <a:lnTo>
                  <a:pt x="531832" y="2828963"/>
                </a:lnTo>
                <a:lnTo>
                  <a:pt x="492743" y="2855033"/>
                </a:lnTo>
                <a:lnTo>
                  <a:pt x="450767" y="2875713"/>
                </a:lnTo>
                <a:lnTo>
                  <a:pt x="406462" y="2890771"/>
                </a:lnTo>
                <a:lnTo>
                  <a:pt x="360387" y="2899976"/>
                </a:lnTo>
                <a:lnTo>
                  <a:pt x="313102" y="2903095"/>
                </a:lnTo>
                <a:lnTo>
                  <a:pt x="0" y="2903095"/>
                </a:lnTo>
                <a:close/>
              </a:path>
            </a:pathLst>
          </a:custGeom>
          <a:solidFill>
            <a:srgbClr val="53535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CB9C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 txBox="1"/>
          <p:nvPr/>
        </p:nvSpPr>
        <p:spPr>
          <a:xfrm>
            <a:off x="0" y="401400"/>
            <a:ext cx="15931200" cy="10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400">
                <a:solidFill>
                  <a:srgbClr val="0C343D"/>
                </a:solidFill>
              </a:rPr>
              <a:t>QUICK START AND SECURITY</a:t>
            </a:r>
            <a:endParaRPr b="1" sz="6400">
              <a:solidFill>
                <a:srgbClr val="0C343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/>
          </a:p>
          <a:p>
            <a:pPr indent="-406400" lvl="0" marL="457200" rtl="0" algn="ctr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2800"/>
              <a:buChar char="●"/>
            </a:pPr>
            <a:r>
              <a:rPr lang="en-US" sz="3400"/>
              <a:t>Get Started in Minutes + Strong Security</a:t>
            </a:r>
            <a:endParaRPr sz="3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783F04"/>
                </a:solidFill>
              </a:rPr>
              <a:t>Key Points (split into two sections):</a:t>
            </a:r>
            <a:endParaRPr sz="2700">
              <a:solidFill>
                <a:srgbClr val="783F04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783F04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783F04"/>
                </a:solidFill>
              </a:rPr>
              <a:t>Quick Start (CLI – Recommended):</a:t>
            </a:r>
            <a:endParaRPr sz="2700">
              <a:solidFill>
                <a:srgbClr val="783F0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783F0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783F04"/>
                </a:solidFill>
              </a:rPr>
              <a:t>                                                           • pipx install onekey-cli</a:t>
            </a:r>
            <a:endParaRPr sz="2700">
              <a:solidFill>
                <a:srgbClr val="783F04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783F04"/>
                </a:solidFill>
              </a:rPr>
              <a:t>     Onekey login (OAuth or username/password)</a:t>
            </a:r>
            <a:endParaRPr sz="2700">
              <a:solidFill>
                <a:srgbClr val="783F04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783F04"/>
                </a:solidFill>
              </a:rPr>
              <a:t>• Onekey add-key → add your keys</a:t>
            </a:r>
            <a:endParaRPr sz="2700">
              <a:solidFill>
                <a:srgbClr val="783F04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783F04"/>
                </a:solidFill>
              </a:rPr>
              <a:t>• Inekey ls → view keys</a:t>
            </a:r>
            <a:endParaRPr sz="2700">
              <a:solidFill>
                <a:srgbClr val="783F04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783F04"/>
                </a:solidFill>
              </a:rPr>
              <a:t>• Onekey call &lt;key&gt; → test</a:t>
            </a:r>
            <a:endParaRPr sz="2700">
              <a:solidFill>
                <a:srgbClr val="783F04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783F04"/>
                </a:solidFill>
              </a:rPr>
              <a:t>• Onekey usage → see sta</a:t>
            </a:r>
            <a:r>
              <a:rPr lang="en-US" sz="2700">
                <a:solidFill>
                  <a:srgbClr val="660000"/>
                </a:solidFill>
              </a:rPr>
              <a:t>ts</a:t>
            </a:r>
            <a:endParaRPr sz="2700">
              <a:solidFill>
                <a:srgbClr val="66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20124D"/>
                </a:solidFill>
              </a:rPr>
              <a:t>Live Demo: https://onekey.onrender.com/</a:t>
            </a:r>
            <a:endParaRPr sz="2700">
              <a:solidFill>
                <a:srgbClr val="20124D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20124D"/>
                </a:solidFill>
              </a:rPr>
              <a:t>Security Highlights:</a:t>
            </a:r>
            <a:endParaRPr sz="2700">
              <a:solidFill>
                <a:srgbClr val="20124D"/>
              </a:solidFill>
            </a:endParaRPr>
          </a:p>
          <a:p>
            <a:pPr indent="-400050" lvl="0" marL="457200" rtl="0" algn="ctr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2700"/>
              <a:buChar char="●"/>
            </a:pPr>
            <a:r>
              <a:rPr lang="en-US" sz="2700">
                <a:solidFill>
                  <a:srgbClr val="20124D"/>
                </a:solidFill>
              </a:rPr>
              <a:t> Client-side encryption → no plaintext ever on server</a:t>
            </a:r>
            <a:endParaRPr sz="2700">
              <a:solidFill>
                <a:srgbClr val="20124D"/>
              </a:solidFill>
            </a:endParaRPr>
          </a:p>
          <a:p>
            <a:pPr indent="-400050" lvl="0" marL="457200" rtl="0" algn="ctr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2700"/>
              <a:buChar char="●"/>
            </a:pPr>
            <a:r>
              <a:rPr lang="en-US" sz="2700">
                <a:solidFill>
                  <a:srgbClr val="20124D"/>
                </a:solidFill>
              </a:rPr>
              <a:t>o keys in logs/memory/disk</a:t>
            </a:r>
            <a:endParaRPr sz="2700">
              <a:solidFill>
                <a:srgbClr val="20124D"/>
              </a:solidFill>
            </a:endParaRPr>
          </a:p>
          <a:p>
            <a:pPr indent="-400050" lvl="0" marL="457200" rtl="0" algn="ctr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2700"/>
              <a:buChar char="●"/>
            </a:pPr>
            <a:r>
              <a:rPr lang="en-US" sz="2700">
                <a:solidFill>
                  <a:srgbClr val="20124D"/>
                </a:solidFill>
              </a:rPr>
              <a:t> Short-lived JWTs + secure OAuth</a:t>
            </a:r>
            <a:endParaRPr sz="2700">
              <a:solidFill>
                <a:srgbClr val="20124D"/>
              </a:solidFill>
            </a:endParaRPr>
          </a:p>
          <a:p>
            <a:pPr indent="-400050" lvl="0" marL="457200" rtl="0" algn="ctr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2700"/>
              <a:buChar char="●"/>
            </a:pPr>
            <a:r>
              <a:rPr lang="en-US" sz="2700">
                <a:solidFill>
                  <a:srgbClr val="20124D"/>
                </a:solidFill>
              </a:rPr>
              <a:t>Pydantic validation, security headers, CORS</a:t>
            </a:r>
            <a:endParaRPr sz="2700">
              <a:solidFill>
                <a:srgbClr val="20124D"/>
              </a:solidFill>
            </a:endParaRPr>
          </a:p>
          <a:p>
            <a:pPr indent="-406400" lvl="0" marL="457200" rtl="0" algn="ctr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2800"/>
              <a:buChar char="●"/>
            </a:pPr>
            <a:r>
              <a:rPr lang="en-US" sz="2700">
                <a:solidFill>
                  <a:srgbClr val="20124D"/>
                </a:solidFill>
              </a:rPr>
              <a:t>Zero-trust des</a:t>
            </a:r>
            <a:r>
              <a:rPr lang="en-US" sz="2800">
                <a:solidFill>
                  <a:srgbClr val="20124D"/>
                </a:solidFill>
              </a:rPr>
              <a:t>ign</a:t>
            </a:r>
            <a:endParaRPr sz="3400"/>
          </a:p>
        </p:txBody>
      </p:sp>
      <p:sp>
        <p:nvSpPr>
          <p:cNvPr id="162" name="Google Shape;162;p22"/>
          <p:cNvSpPr/>
          <p:nvPr/>
        </p:nvSpPr>
        <p:spPr>
          <a:xfrm>
            <a:off x="14354650" y="0"/>
            <a:ext cx="4081109" cy="2157889"/>
          </a:xfrm>
          <a:custGeom>
            <a:rect b="b" l="l" r="r" t="t"/>
            <a:pathLst>
              <a:path extrusionOk="0" h="2190750" w="4318634">
                <a:moveTo>
                  <a:pt x="4318016" y="2190346"/>
                </a:moveTo>
                <a:lnTo>
                  <a:pt x="4105453" y="2190346"/>
                </a:lnTo>
                <a:lnTo>
                  <a:pt x="4056639" y="2187062"/>
                </a:lnTo>
                <a:lnTo>
                  <a:pt x="4009821" y="2177496"/>
                </a:lnTo>
                <a:lnTo>
                  <a:pt x="3965427" y="2162076"/>
                </a:lnTo>
                <a:lnTo>
                  <a:pt x="3923887" y="2141232"/>
                </a:lnTo>
                <a:lnTo>
                  <a:pt x="3885628" y="2115391"/>
                </a:lnTo>
                <a:lnTo>
                  <a:pt x="3851080" y="2084982"/>
                </a:lnTo>
                <a:lnTo>
                  <a:pt x="3820672" y="2050434"/>
                </a:lnTo>
                <a:lnTo>
                  <a:pt x="3794831" y="2012176"/>
                </a:lnTo>
                <a:lnTo>
                  <a:pt x="3773986" y="1970635"/>
                </a:lnTo>
                <a:lnTo>
                  <a:pt x="3758566" y="1926242"/>
                </a:lnTo>
                <a:lnTo>
                  <a:pt x="3749000" y="1879424"/>
                </a:lnTo>
                <a:lnTo>
                  <a:pt x="3745716" y="1830610"/>
                </a:lnTo>
                <a:lnTo>
                  <a:pt x="3745716" y="1368045"/>
                </a:lnTo>
                <a:lnTo>
                  <a:pt x="3742597" y="1320760"/>
                </a:lnTo>
                <a:lnTo>
                  <a:pt x="3733393" y="1274686"/>
                </a:lnTo>
                <a:lnTo>
                  <a:pt x="3718334" y="1230381"/>
                </a:lnTo>
                <a:lnTo>
                  <a:pt x="3697654" y="1188405"/>
                </a:lnTo>
                <a:lnTo>
                  <a:pt x="3671583" y="1149316"/>
                </a:lnTo>
                <a:lnTo>
                  <a:pt x="3640353" y="1113675"/>
                </a:lnTo>
                <a:lnTo>
                  <a:pt x="3604712" y="1082445"/>
                </a:lnTo>
                <a:lnTo>
                  <a:pt x="3565624" y="1056375"/>
                </a:lnTo>
                <a:lnTo>
                  <a:pt x="3523648" y="1035695"/>
                </a:lnTo>
                <a:lnTo>
                  <a:pt x="3479343" y="1020636"/>
                </a:lnTo>
                <a:lnTo>
                  <a:pt x="3433268" y="1011432"/>
                </a:lnTo>
                <a:lnTo>
                  <a:pt x="3385984" y="1008312"/>
                </a:lnTo>
                <a:lnTo>
                  <a:pt x="359732" y="1008312"/>
                </a:lnTo>
                <a:lnTo>
                  <a:pt x="310919" y="1005028"/>
                </a:lnTo>
                <a:lnTo>
                  <a:pt x="264101" y="995461"/>
                </a:lnTo>
                <a:lnTo>
                  <a:pt x="219708" y="980041"/>
                </a:lnTo>
                <a:lnTo>
                  <a:pt x="178168" y="959197"/>
                </a:lnTo>
                <a:lnTo>
                  <a:pt x="139910" y="933355"/>
                </a:lnTo>
                <a:lnTo>
                  <a:pt x="105363" y="902947"/>
                </a:lnTo>
                <a:lnTo>
                  <a:pt x="74954" y="868399"/>
                </a:lnTo>
                <a:lnTo>
                  <a:pt x="49114" y="830141"/>
                </a:lnTo>
                <a:lnTo>
                  <a:pt x="28269" y="788601"/>
                </a:lnTo>
                <a:lnTo>
                  <a:pt x="12850" y="744207"/>
                </a:lnTo>
                <a:lnTo>
                  <a:pt x="3284" y="697390"/>
                </a:lnTo>
                <a:lnTo>
                  <a:pt x="0" y="648576"/>
                </a:lnTo>
                <a:lnTo>
                  <a:pt x="0" y="0"/>
                </a:lnTo>
                <a:lnTo>
                  <a:pt x="4318016" y="0"/>
                </a:lnTo>
                <a:lnTo>
                  <a:pt x="4318016" y="2190346"/>
                </a:lnTo>
                <a:close/>
              </a:path>
            </a:pathLst>
          </a:custGeom>
          <a:solidFill>
            <a:srgbClr val="2F2F2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3" name="Google Shape;163;p22"/>
          <p:cNvSpPr/>
          <p:nvPr/>
        </p:nvSpPr>
        <p:spPr>
          <a:xfrm>
            <a:off x="16647777" y="7272855"/>
            <a:ext cx="1793240" cy="3166745"/>
          </a:xfrm>
          <a:custGeom>
            <a:rect b="b" l="l" r="r" t="t"/>
            <a:pathLst>
              <a:path extrusionOk="0" h="3166745" w="1793240">
                <a:moveTo>
                  <a:pt x="1792622" y="0"/>
                </a:moveTo>
                <a:lnTo>
                  <a:pt x="1792622" y="3166544"/>
                </a:lnTo>
                <a:lnTo>
                  <a:pt x="0" y="3166544"/>
                </a:lnTo>
                <a:lnTo>
                  <a:pt x="0" y="2774819"/>
                </a:lnTo>
                <a:lnTo>
                  <a:pt x="3284" y="2726006"/>
                </a:lnTo>
                <a:lnTo>
                  <a:pt x="12850" y="2679189"/>
                </a:lnTo>
                <a:lnTo>
                  <a:pt x="28270" y="2634796"/>
                </a:lnTo>
                <a:lnTo>
                  <a:pt x="49115" y="2593257"/>
                </a:lnTo>
                <a:lnTo>
                  <a:pt x="74955" y="2554999"/>
                </a:lnTo>
                <a:lnTo>
                  <a:pt x="105364" y="2520451"/>
                </a:lnTo>
                <a:lnTo>
                  <a:pt x="139911" y="2490043"/>
                </a:lnTo>
                <a:lnTo>
                  <a:pt x="178169" y="2464202"/>
                </a:lnTo>
                <a:lnTo>
                  <a:pt x="219709" y="2443358"/>
                </a:lnTo>
                <a:lnTo>
                  <a:pt x="264102" y="2427938"/>
                </a:lnTo>
                <a:lnTo>
                  <a:pt x="310919" y="2418372"/>
                </a:lnTo>
                <a:lnTo>
                  <a:pt x="359732" y="2415087"/>
                </a:lnTo>
                <a:lnTo>
                  <a:pt x="895040" y="2415087"/>
                </a:lnTo>
                <a:lnTo>
                  <a:pt x="943854" y="2411803"/>
                </a:lnTo>
                <a:lnTo>
                  <a:pt x="990672" y="2402237"/>
                </a:lnTo>
                <a:lnTo>
                  <a:pt x="1035065" y="2386817"/>
                </a:lnTo>
                <a:lnTo>
                  <a:pt x="1076604" y="2365973"/>
                </a:lnTo>
                <a:lnTo>
                  <a:pt x="1114862" y="2340132"/>
                </a:lnTo>
                <a:lnTo>
                  <a:pt x="1149410" y="2309724"/>
                </a:lnTo>
                <a:lnTo>
                  <a:pt x="1179818" y="2275176"/>
                </a:lnTo>
                <a:lnTo>
                  <a:pt x="1205659" y="2236918"/>
                </a:lnTo>
                <a:lnTo>
                  <a:pt x="1226503" y="2195379"/>
                </a:lnTo>
                <a:lnTo>
                  <a:pt x="1241923" y="2150986"/>
                </a:lnTo>
                <a:lnTo>
                  <a:pt x="1251489" y="2104168"/>
                </a:lnTo>
                <a:lnTo>
                  <a:pt x="1254773" y="2055355"/>
                </a:lnTo>
                <a:lnTo>
                  <a:pt x="1254773" y="359732"/>
                </a:lnTo>
                <a:lnTo>
                  <a:pt x="1257892" y="312447"/>
                </a:lnTo>
                <a:lnTo>
                  <a:pt x="1267097" y="266372"/>
                </a:lnTo>
                <a:lnTo>
                  <a:pt x="1282156" y="222067"/>
                </a:lnTo>
                <a:lnTo>
                  <a:pt x="1302836" y="180091"/>
                </a:lnTo>
                <a:lnTo>
                  <a:pt x="1328907" y="141002"/>
                </a:lnTo>
                <a:lnTo>
                  <a:pt x="1360137" y="105361"/>
                </a:lnTo>
                <a:lnTo>
                  <a:pt x="1395779" y="74132"/>
                </a:lnTo>
                <a:lnTo>
                  <a:pt x="1434868" y="48061"/>
                </a:lnTo>
                <a:lnTo>
                  <a:pt x="1476844" y="27381"/>
                </a:lnTo>
                <a:lnTo>
                  <a:pt x="1521150" y="12323"/>
                </a:lnTo>
                <a:lnTo>
                  <a:pt x="1567225" y="3119"/>
                </a:lnTo>
                <a:lnTo>
                  <a:pt x="1614510" y="0"/>
                </a:lnTo>
                <a:lnTo>
                  <a:pt x="1792622" y="0"/>
                </a:lnTo>
                <a:close/>
              </a:path>
            </a:pathLst>
          </a:custGeom>
          <a:solidFill>
            <a:srgbClr val="53535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4" name="Google Shape;164;p22"/>
          <p:cNvSpPr/>
          <p:nvPr/>
        </p:nvSpPr>
        <p:spPr>
          <a:xfrm>
            <a:off x="0" y="0"/>
            <a:ext cx="1927860" cy="2903220"/>
          </a:xfrm>
          <a:custGeom>
            <a:rect b="b" l="l" r="r" t="t"/>
            <a:pathLst>
              <a:path extrusionOk="0" h="2903220" w="1927860">
                <a:moveTo>
                  <a:pt x="0" y="2903095"/>
                </a:moveTo>
                <a:lnTo>
                  <a:pt x="0" y="0"/>
                </a:lnTo>
                <a:lnTo>
                  <a:pt x="1927611" y="0"/>
                </a:lnTo>
                <a:lnTo>
                  <a:pt x="1927611" y="128274"/>
                </a:lnTo>
                <a:lnTo>
                  <a:pt x="1924327" y="177088"/>
                </a:lnTo>
                <a:lnTo>
                  <a:pt x="1914761" y="223905"/>
                </a:lnTo>
                <a:lnTo>
                  <a:pt x="1899341" y="268298"/>
                </a:lnTo>
                <a:lnTo>
                  <a:pt x="1878496" y="309838"/>
                </a:lnTo>
                <a:lnTo>
                  <a:pt x="1852655" y="348095"/>
                </a:lnTo>
                <a:lnTo>
                  <a:pt x="1822247" y="382643"/>
                </a:lnTo>
                <a:lnTo>
                  <a:pt x="1787700" y="413051"/>
                </a:lnTo>
                <a:lnTo>
                  <a:pt x="1749442" y="438892"/>
                </a:lnTo>
                <a:lnTo>
                  <a:pt x="1707902" y="459737"/>
                </a:lnTo>
                <a:lnTo>
                  <a:pt x="1663509" y="475157"/>
                </a:lnTo>
                <a:lnTo>
                  <a:pt x="1616692" y="484723"/>
                </a:lnTo>
                <a:lnTo>
                  <a:pt x="1567878" y="488007"/>
                </a:lnTo>
                <a:lnTo>
                  <a:pt x="1032571" y="488007"/>
                </a:lnTo>
                <a:lnTo>
                  <a:pt x="983758" y="491291"/>
                </a:lnTo>
                <a:lnTo>
                  <a:pt x="936940" y="500857"/>
                </a:lnTo>
                <a:lnTo>
                  <a:pt x="892547" y="516277"/>
                </a:lnTo>
                <a:lnTo>
                  <a:pt x="851007" y="537121"/>
                </a:lnTo>
                <a:lnTo>
                  <a:pt x="812749" y="562962"/>
                </a:lnTo>
                <a:lnTo>
                  <a:pt x="778202" y="593371"/>
                </a:lnTo>
                <a:lnTo>
                  <a:pt x="747793" y="627918"/>
                </a:lnTo>
                <a:lnTo>
                  <a:pt x="721952" y="666176"/>
                </a:lnTo>
                <a:lnTo>
                  <a:pt x="701108" y="707716"/>
                </a:lnTo>
                <a:lnTo>
                  <a:pt x="685688" y="752109"/>
                </a:lnTo>
                <a:lnTo>
                  <a:pt x="676122" y="798927"/>
                </a:lnTo>
                <a:lnTo>
                  <a:pt x="672838" y="847740"/>
                </a:lnTo>
                <a:lnTo>
                  <a:pt x="672838" y="2543363"/>
                </a:lnTo>
                <a:lnTo>
                  <a:pt x="669719" y="2590648"/>
                </a:lnTo>
                <a:lnTo>
                  <a:pt x="660514" y="2636722"/>
                </a:lnTo>
                <a:lnTo>
                  <a:pt x="645455" y="2681027"/>
                </a:lnTo>
                <a:lnTo>
                  <a:pt x="624774" y="2723003"/>
                </a:lnTo>
                <a:lnTo>
                  <a:pt x="598703" y="2762092"/>
                </a:lnTo>
                <a:lnTo>
                  <a:pt x="567474" y="2797733"/>
                </a:lnTo>
                <a:lnTo>
                  <a:pt x="531832" y="2828963"/>
                </a:lnTo>
                <a:lnTo>
                  <a:pt x="492743" y="2855033"/>
                </a:lnTo>
                <a:lnTo>
                  <a:pt x="450767" y="2875713"/>
                </a:lnTo>
                <a:lnTo>
                  <a:pt x="406462" y="2890771"/>
                </a:lnTo>
                <a:lnTo>
                  <a:pt x="360387" y="2899976"/>
                </a:lnTo>
                <a:lnTo>
                  <a:pt x="313102" y="2903095"/>
                </a:lnTo>
                <a:lnTo>
                  <a:pt x="0" y="2903095"/>
                </a:lnTo>
                <a:close/>
              </a:path>
            </a:pathLst>
          </a:custGeom>
          <a:solidFill>
            <a:srgbClr val="53535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5" name="Google Shape;165;p22"/>
          <p:cNvSpPr/>
          <p:nvPr/>
        </p:nvSpPr>
        <p:spPr>
          <a:xfrm flipH="1" rot="10800000">
            <a:off x="418" y="8130314"/>
            <a:ext cx="2650808" cy="2155641"/>
          </a:xfrm>
          <a:custGeom>
            <a:rect b="b" l="l" r="r" t="t"/>
            <a:pathLst>
              <a:path extrusionOk="0" h="2903220" w="1927860">
                <a:moveTo>
                  <a:pt x="0" y="2903095"/>
                </a:moveTo>
                <a:lnTo>
                  <a:pt x="0" y="0"/>
                </a:lnTo>
                <a:lnTo>
                  <a:pt x="1927611" y="0"/>
                </a:lnTo>
                <a:lnTo>
                  <a:pt x="1927611" y="128274"/>
                </a:lnTo>
                <a:lnTo>
                  <a:pt x="1924327" y="177088"/>
                </a:lnTo>
                <a:lnTo>
                  <a:pt x="1914761" y="223905"/>
                </a:lnTo>
                <a:lnTo>
                  <a:pt x="1899341" y="268298"/>
                </a:lnTo>
                <a:lnTo>
                  <a:pt x="1878496" y="309838"/>
                </a:lnTo>
                <a:lnTo>
                  <a:pt x="1852655" y="348095"/>
                </a:lnTo>
                <a:lnTo>
                  <a:pt x="1822247" y="382643"/>
                </a:lnTo>
                <a:lnTo>
                  <a:pt x="1787700" y="413051"/>
                </a:lnTo>
                <a:lnTo>
                  <a:pt x="1749442" y="438892"/>
                </a:lnTo>
                <a:lnTo>
                  <a:pt x="1707902" y="459737"/>
                </a:lnTo>
                <a:lnTo>
                  <a:pt x="1663509" y="475157"/>
                </a:lnTo>
                <a:lnTo>
                  <a:pt x="1616692" y="484723"/>
                </a:lnTo>
                <a:lnTo>
                  <a:pt x="1567878" y="488007"/>
                </a:lnTo>
                <a:lnTo>
                  <a:pt x="1032571" y="488007"/>
                </a:lnTo>
                <a:lnTo>
                  <a:pt x="983758" y="491291"/>
                </a:lnTo>
                <a:lnTo>
                  <a:pt x="936940" y="500857"/>
                </a:lnTo>
                <a:lnTo>
                  <a:pt x="892547" y="516277"/>
                </a:lnTo>
                <a:lnTo>
                  <a:pt x="851007" y="537121"/>
                </a:lnTo>
                <a:lnTo>
                  <a:pt x="812749" y="562962"/>
                </a:lnTo>
                <a:lnTo>
                  <a:pt x="778202" y="593371"/>
                </a:lnTo>
                <a:lnTo>
                  <a:pt x="747793" y="627918"/>
                </a:lnTo>
                <a:lnTo>
                  <a:pt x="721952" y="666176"/>
                </a:lnTo>
                <a:lnTo>
                  <a:pt x="701108" y="707716"/>
                </a:lnTo>
                <a:lnTo>
                  <a:pt x="685688" y="752109"/>
                </a:lnTo>
                <a:lnTo>
                  <a:pt x="676122" y="798927"/>
                </a:lnTo>
                <a:lnTo>
                  <a:pt x="672838" y="847740"/>
                </a:lnTo>
                <a:lnTo>
                  <a:pt x="672838" y="2543363"/>
                </a:lnTo>
                <a:lnTo>
                  <a:pt x="669719" y="2590648"/>
                </a:lnTo>
                <a:lnTo>
                  <a:pt x="660514" y="2636722"/>
                </a:lnTo>
                <a:lnTo>
                  <a:pt x="645455" y="2681027"/>
                </a:lnTo>
                <a:lnTo>
                  <a:pt x="624774" y="2723003"/>
                </a:lnTo>
                <a:lnTo>
                  <a:pt x="598703" y="2762092"/>
                </a:lnTo>
                <a:lnTo>
                  <a:pt x="567474" y="2797733"/>
                </a:lnTo>
                <a:lnTo>
                  <a:pt x="531832" y="2828963"/>
                </a:lnTo>
                <a:lnTo>
                  <a:pt x="492743" y="2855033"/>
                </a:lnTo>
                <a:lnTo>
                  <a:pt x="450767" y="2875713"/>
                </a:lnTo>
                <a:lnTo>
                  <a:pt x="406462" y="2890771"/>
                </a:lnTo>
                <a:lnTo>
                  <a:pt x="360387" y="2899976"/>
                </a:lnTo>
                <a:lnTo>
                  <a:pt x="313102" y="2903095"/>
                </a:lnTo>
                <a:lnTo>
                  <a:pt x="0" y="2903095"/>
                </a:lnTo>
                <a:close/>
              </a:path>
            </a:pathLst>
          </a:custGeom>
          <a:solidFill>
            <a:srgbClr val="53535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CB9C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3"/>
          <p:cNvSpPr/>
          <p:nvPr/>
        </p:nvSpPr>
        <p:spPr>
          <a:xfrm>
            <a:off x="16495377" y="7120455"/>
            <a:ext cx="1793239" cy="3166745"/>
          </a:xfrm>
          <a:custGeom>
            <a:rect b="b" l="l" r="r" t="t"/>
            <a:pathLst>
              <a:path extrusionOk="0" h="3166745" w="1793240">
                <a:moveTo>
                  <a:pt x="1792622" y="0"/>
                </a:moveTo>
                <a:lnTo>
                  <a:pt x="1792622" y="3166544"/>
                </a:lnTo>
                <a:lnTo>
                  <a:pt x="0" y="3166544"/>
                </a:lnTo>
                <a:lnTo>
                  <a:pt x="0" y="2774819"/>
                </a:lnTo>
                <a:lnTo>
                  <a:pt x="3284" y="2726006"/>
                </a:lnTo>
                <a:lnTo>
                  <a:pt x="12850" y="2679189"/>
                </a:lnTo>
                <a:lnTo>
                  <a:pt x="28270" y="2634796"/>
                </a:lnTo>
                <a:lnTo>
                  <a:pt x="49115" y="2593257"/>
                </a:lnTo>
                <a:lnTo>
                  <a:pt x="74955" y="2554999"/>
                </a:lnTo>
                <a:lnTo>
                  <a:pt x="105364" y="2520451"/>
                </a:lnTo>
                <a:lnTo>
                  <a:pt x="139911" y="2490043"/>
                </a:lnTo>
                <a:lnTo>
                  <a:pt x="178169" y="2464202"/>
                </a:lnTo>
                <a:lnTo>
                  <a:pt x="219709" y="2443358"/>
                </a:lnTo>
                <a:lnTo>
                  <a:pt x="264102" y="2427938"/>
                </a:lnTo>
                <a:lnTo>
                  <a:pt x="310919" y="2418372"/>
                </a:lnTo>
                <a:lnTo>
                  <a:pt x="359732" y="2415087"/>
                </a:lnTo>
                <a:lnTo>
                  <a:pt x="895040" y="2415087"/>
                </a:lnTo>
                <a:lnTo>
                  <a:pt x="943854" y="2411803"/>
                </a:lnTo>
                <a:lnTo>
                  <a:pt x="990672" y="2402237"/>
                </a:lnTo>
                <a:lnTo>
                  <a:pt x="1035065" y="2386817"/>
                </a:lnTo>
                <a:lnTo>
                  <a:pt x="1076604" y="2365973"/>
                </a:lnTo>
                <a:lnTo>
                  <a:pt x="1114862" y="2340132"/>
                </a:lnTo>
                <a:lnTo>
                  <a:pt x="1149410" y="2309724"/>
                </a:lnTo>
                <a:lnTo>
                  <a:pt x="1179818" y="2275176"/>
                </a:lnTo>
                <a:lnTo>
                  <a:pt x="1205659" y="2236918"/>
                </a:lnTo>
                <a:lnTo>
                  <a:pt x="1226503" y="2195379"/>
                </a:lnTo>
                <a:lnTo>
                  <a:pt x="1241923" y="2150986"/>
                </a:lnTo>
                <a:lnTo>
                  <a:pt x="1251489" y="2104168"/>
                </a:lnTo>
                <a:lnTo>
                  <a:pt x="1254773" y="2055355"/>
                </a:lnTo>
                <a:lnTo>
                  <a:pt x="1254773" y="359732"/>
                </a:lnTo>
                <a:lnTo>
                  <a:pt x="1257892" y="312447"/>
                </a:lnTo>
                <a:lnTo>
                  <a:pt x="1267097" y="266372"/>
                </a:lnTo>
                <a:lnTo>
                  <a:pt x="1282156" y="222067"/>
                </a:lnTo>
                <a:lnTo>
                  <a:pt x="1302836" y="180091"/>
                </a:lnTo>
                <a:lnTo>
                  <a:pt x="1328907" y="141002"/>
                </a:lnTo>
                <a:lnTo>
                  <a:pt x="1360137" y="105361"/>
                </a:lnTo>
                <a:lnTo>
                  <a:pt x="1395779" y="74132"/>
                </a:lnTo>
                <a:lnTo>
                  <a:pt x="1434868" y="48061"/>
                </a:lnTo>
                <a:lnTo>
                  <a:pt x="1476844" y="27381"/>
                </a:lnTo>
                <a:lnTo>
                  <a:pt x="1521150" y="12323"/>
                </a:lnTo>
                <a:lnTo>
                  <a:pt x="1567225" y="3119"/>
                </a:lnTo>
                <a:lnTo>
                  <a:pt x="1614510" y="0"/>
                </a:lnTo>
                <a:lnTo>
                  <a:pt x="1792622" y="0"/>
                </a:lnTo>
                <a:close/>
              </a:path>
            </a:pathLst>
          </a:custGeom>
          <a:solidFill>
            <a:srgbClr val="53535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1" name="Google Shape;171;p23"/>
          <p:cNvSpPr txBox="1"/>
          <p:nvPr/>
        </p:nvSpPr>
        <p:spPr>
          <a:xfrm>
            <a:off x="7161450" y="8011125"/>
            <a:ext cx="84966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50">
                <a:solidFill>
                  <a:srgbClr val="4C1130"/>
                </a:solidFill>
                <a:latin typeface="Arial Black"/>
                <a:ea typeface="Arial Black"/>
                <a:cs typeface="Arial Black"/>
                <a:sym typeface="Arial Black"/>
              </a:rPr>
              <a:t>TEAM (HACK OVERFLOW</a:t>
            </a:r>
            <a:r>
              <a:rPr lang="en-US" sz="3950">
                <a:latin typeface="Arial Black"/>
                <a:ea typeface="Arial Black"/>
                <a:cs typeface="Arial Black"/>
                <a:sym typeface="Arial Black"/>
              </a:rPr>
              <a:t>)</a:t>
            </a:r>
            <a:endParaRPr sz="3950"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172" name="Google Shape;172;p23"/>
          <p:cNvGrpSpPr/>
          <p:nvPr/>
        </p:nvGrpSpPr>
        <p:grpSpPr>
          <a:xfrm>
            <a:off x="13969984" y="0"/>
            <a:ext cx="4318635" cy="3743952"/>
            <a:chOff x="13969984" y="0"/>
            <a:chExt cx="4318635" cy="3743952"/>
          </a:xfrm>
        </p:grpSpPr>
        <p:sp>
          <p:nvSpPr>
            <p:cNvPr id="173" name="Google Shape;173;p23"/>
            <p:cNvSpPr/>
            <p:nvPr/>
          </p:nvSpPr>
          <p:spPr>
            <a:xfrm>
              <a:off x="13969984" y="0"/>
              <a:ext cx="4318635" cy="2190750"/>
            </a:xfrm>
            <a:custGeom>
              <a:rect b="b" l="l" r="r" t="t"/>
              <a:pathLst>
                <a:path extrusionOk="0" h="2190750" w="4318634">
                  <a:moveTo>
                    <a:pt x="4318016" y="2190346"/>
                  </a:moveTo>
                  <a:lnTo>
                    <a:pt x="4105453" y="2190346"/>
                  </a:lnTo>
                  <a:lnTo>
                    <a:pt x="4056639" y="2187062"/>
                  </a:lnTo>
                  <a:lnTo>
                    <a:pt x="4009821" y="2177496"/>
                  </a:lnTo>
                  <a:lnTo>
                    <a:pt x="3965427" y="2162076"/>
                  </a:lnTo>
                  <a:lnTo>
                    <a:pt x="3923887" y="2141232"/>
                  </a:lnTo>
                  <a:lnTo>
                    <a:pt x="3885628" y="2115391"/>
                  </a:lnTo>
                  <a:lnTo>
                    <a:pt x="3851080" y="2084982"/>
                  </a:lnTo>
                  <a:lnTo>
                    <a:pt x="3820672" y="2050434"/>
                  </a:lnTo>
                  <a:lnTo>
                    <a:pt x="3794831" y="2012176"/>
                  </a:lnTo>
                  <a:lnTo>
                    <a:pt x="3773986" y="1970635"/>
                  </a:lnTo>
                  <a:lnTo>
                    <a:pt x="3758566" y="1926242"/>
                  </a:lnTo>
                  <a:lnTo>
                    <a:pt x="3749000" y="1879424"/>
                  </a:lnTo>
                  <a:lnTo>
                    <a:pt x="3745716" y="1830610"/>
                  </a:lnTo>
                  <a:lnTo>
                    <a:pt x="3745716" y="1368045"/>
                  </a:lnTo>
                  <a:lnTo>
                    <a:pt x="3742597" y="1320760"/>
                  </a:lnTo>
                  <a:lnTo>
                    <a:pt x="3733393" y="1274686"/>
                  </a:lnTo>
                  <a:lnTo>
                    <a:pt x="3718334" y="1230381"/>
                  </a:lnTo>
                  <a:lnTo>
                    <a:pt x="3697654" y="1188405"/>
                  </a:lnTo>
                  <a:lnTo>
                    <a:pt x="3671583" y="1149316"/>
                  </a:lnTo>
                  <a:lnTo>
                    <a:pt x="3640353" y="1113675"/>
                  </a:lnTo>
                  <a:lnTo>
                    <a:pt x="3604712" y="1082445"/>
                  </a:lnTo>
                  <a:lnTo>
                    <a:pt x="3565624" y="1056375"/>
                  </a:lnTo>
                  <a:lnTo>
                    <a:pt x="3523648" y="1035695"/>
                  </a:lnTo>
                  <a:lnTo>
                    <a:pt x="3479343" y="1020636"/>
                  </a:lnTo>
                  <a:lnTo>
                    <a:pt x="3433268" y="1011432"/>
                  </a:lnTo>
                  <a:lnTo>
                    <a:pt x="3385984" y="1008312"/>
                  </a:lnTo>
                  <a:lnTo>
                    <a:pt x="359732" y="1008312"/>
                  </a:lnTo>
                  <a:lnTo>
                    <a:pt x="310919" y="1005028"/>
                  </a:lnTo>
                  <a:lnTo>
                    <a:pt x="264101" y="995461"/>
                  </a:lnTo>
                  <a:lnTo>
                    <a:pt x="219708" y="980041"/>
                  </a:lnTo>
                  <a:lnTo>
                    <a:pt x="178168" y="959197"/>
                  </a:lnTo>
                  <a:lnTo>
                    <a:pt x="139910" y="933355"/>
                  </a:lnTo>
                  <a:lnTo>
                    <a:pt x="105363" y="902947"/>
                  </a:lnTo>
                  <a:lnTo>
                    <a:pt x="74954" y="868399"/>
                  </a:lnTo>
                  <a:lnTo>
                    <a:pt x="49114" y="830141"/>
                  </a:lnTo>
                  <a:lnTo>
                    <a:pt x="28269" y="788601"/>
                  </a:lnTo>
                  <a:lnTo>
                    <a:pt x="12850" y="744207"/>
                  </a:lnTo>
                  <a:lnTo>
                    <a:pt x="3284" y="697390"/>
                  </a:lnTo>
                  <a:lnTo>
                    <a:pt x="0" y="648576"/>
                  </a:lnTo>
                  <a:lnTo>
                    <a:pt x="0" y="0"/>
                  </a:lnTo>
                  <a:lnTo>
                    <a:pt x="4318016" y="0"/>
                  </a:lnTo>
                  <a:lnTo>
                    <a:pt x="4318016" y="2190346"/>
                  </a:lnTo>
                  <a:close/>
                </a:path>
              </a:pathLst>
            </a:custGeom>
            <a:solidFill>
              <a:srgbClr val="2F2F2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" name="Google Shape;174;p23"/>
            <p:cNvSpPr/>
            <p:nvPr/>
          </p:nvSpPr>
          <p:spPr>
            <a:xfrm>
              <a:off x="15473726" y="1142992"/>
              <a:ext cx="2814320" cy="2600960"/>
            </a:xfrm>
            <a:custGeom>
              <a:rect b="b" l="l" r="r" t="t"/>
              <a:pathLst>
                <a:path extrusionOk="0" h="2600960" w="2814319">
                  <a:moveTo>
                    <a:pt x="359732" y="0"/>
                  </a:moveTo>
                  <a:lnTo>
                    <a:pt x="1793173" y="0"/>
                  </a:lnTo>
                  <a:lnTo>
                    <a:pt x="1841988" y="3283"/>
                  </a:lnTo>
                  <a:lnTo>
                    <a:pt x="1888806" y="12850"/>
                  </a:lnTo>
                  <a:lnTo>
                    <a:pt x="1933199" y="28269"/>
                  </a:lnTo>
                  <a:lnTo>
                    <a:pt x="1974740" y="49114"/>
                  </a:lnTo>
                  <a:lnTo>
                    <a:pt x="2012998" y="74955"/>
                  </a:lnTo>
                  <a:lnTo>
                    <a:pt x="2047546" y="105364"/>
                  </a:lnTo>
                  <a:lnTo>
                    <a:pt x="2077955" y="139912"/>
                  </a:lnTo>
                  <a:lnTo>
                    <a:pt x="2103796" y="178170"/>
                  </a:lnTo>
                  <a:lnTo>
                    <a:pt x="2124640" y="219710"/>
                  </a:lnTo>
                  <a:lnTo>
                    <a:pt x="2140060" y="264104"/>
                  </a:lnTo>
                  <a:lnTo>
                    <a:pt x="2149626" y="310922"/>
                  </a:lnTo>
                  <a:lnTo>
                    <a:pt x="2152910" y="359736"/>
                  </a:lnTo>
                  <a:lnTo>
                    <a:pt x="2152910" y="822300"/>
                  </a:lnTo>
                  <a:lnTo>
                    <a:pt x="2156029" y="869585"/>
                  </a:lnTo>
                  <a:lnTo>
                    <a:pt x="2165234" y="915660"/>
                  </a:lnTo>
                  <a:lnTo>
                    <a:pt x="2180292" y="959965"/>
                  </a:lnTo>
                  <a:lnTo>
                    <a:pt x="2200972" y="1001941"/>
                  </a:lnTo>
                  <a:lnTo>
                    <a:pt x="2227043" y="1041030"/>
                  </a:lnTo>
                  <a:lnTo>
                    <a:pt x="2258273" y="1076671"/>
                  </a:lnTo>
                  <a:lnTo>
                    <a:pt x="2293914" y="1107901"/>
                  </a:lnTo>
                  <a:lnTo>
                    <a:pt x="2333003" y="1133971"/>
                  </a:lnTo>
                  <a:lnTo>
                    <a:pt x="2374979" y="1154651"/>
                  </a:lnTo>
                  <a:lnTo>
                    <a:pt x="2419284" y="1169709"/>
                  </a:lnTo>
                  <a:lnTo>
                    <a:pt x="2465358" y="1178914"/>
                  </a:lnTo>
                  <a:lnTo>
                    <a:pt x="2512643" y="1182033"/>
                  </a:lnTo>
                  <a:lnTo>
                    <a:pt x="2814274" y="1182033"/>
                  </a:lnTo>
                  <a:lnTo>
                    <a:pt x="2814274" y="2600475"/>
                  </a:lnTo>
                  <a:lnTo>
                    <a:pt x="1690367" y="2600475"/>
                  </a:lnTo>
                  <a:lnTo>
                    <a:pt x="1643082" y="2597355"/>
                  </a:lnTo>
                  <a:lnTo>
                    <a:pt x="1597008" y="2588150"/>
                  </a:lnTo>
                  <a:lnTo>
                    <a:pt x="1552703" y="2573091"/>
                  </a:lnTo>
                  <a:lnTo>
                    <a:pt x="1510727" y="2552411"/>
                  </a:lnTo>
                  <a:lnTo>
                    <a:pt x="1471639" y="2526340"/>
                  </a:lnTo>
                  <a:lnTo>
                    <a:pt x="1435998" y="2495110"/>
                  </a:lnTo>
                  <a:lnTo>
                    <a:pt x="1404768" y="2459468"/>
                  </a:lnTo>
                  <a:lnTo>
                    <a:pt x="1378697" y="2420380"/>
                  </a:lnTo>
                  <a:lnTo>
                    <a:pt x="1358017" y="2378403"/>
                  </a:lnTo>
                  <a:lnTo>
                    <a:pt x="1342958" y="2334098"/>
                  </a:lnTo>
                  <a:lnTo>
                    <a:pt x="1333754" y="2288023"/>
                  </a:lnTo>
                  <a:lnTo>
                    <a:pt x="1330635" y="2240738"/>
                  </a:lnTo>
                  <a:lnTo>
                    <a:pt x="1330635" y="1778177"/>
                  </a:lnTo>
                  <a:lnTo>
                    <a:pt x="1327515" y="1730892"/>
                  </a:lnTo>
                  <a:lnTo>
                    <a:pt x="1318310" y="1684817"/>
                  </a:lnTo>
                  <a:lnTo>
                    <a:pt x="1303251" y="1640511"/>
                  </a:lnTo>
                  <a:lnTo>
                    <a:pt x="1282570" y="1598535"/>
                  </a:lnTo>
                  <a:lnTo>
                    <a:pt x="1256499" y="1559446"/>
                  </a:lnTo>
                  <a:lnTo>
                    <a:pt x="1225269" y="1523804"/>
                  </a:lnTo>
                  <a:lnTo>
                    <a:pt x="1189627" y="1492574"/>
                  </a:lnTo>
                  <a:lnTo>
                    <a:pt x="1150538" y="1466503"/>
                  </a:lnTo>
                  <a:lnTo>
                    <a:pt x="1108561" y="1445823"/>
                  </a:lnTo>
                  <a:lnTo>
                    <a:pt x="1064255" y="1430765"/>
                  </a:lnTo>
                  <a:lnTo>
                    <a:pt x="1018180" y="1421560"/>
                  </a:lnTo>
                  <a:lnTo>
                    <a:pt x="970895" y="1418441"/>
                  </a:lnTo>
                  <a:lnTo>
                    <a:pt x="359732" y="1418441"/>
                  </a:lnTo>
                  <a:lnTo>
                    <a:pt x="312447" y="1415322"/>
                  </a:lnTo>
                  <a:lnTo>
                    <a:pt x="266372" y="1406117"/>
                  </a:lnTo>
                  <a:lnTo>
                    <a:pt x="222067" y="1391059"/>
                  </a:lnTo>
                  <a:lnTo>
                    <a:pt x="180091" y="1370379"/>
                  </a:lnTo>
                  <a:lnTo>
                    <a:pt x="141003" y="1344308"/>
                  </a:lnTo>
                  <a:lnTo>
                    <a:pt x="105361" y="1313079"/>
                  </a:lnTo>
                  <a:lnTo>
                    <a:pt x="74131" y="1277437"/>
                  </a:lnTo>
                  <a:lnTo>
                    <a:pt x="48061" y="1238349"/>
                  </a:lnTo>
                  <a:lnTo>
                    <a:pt x="27381" y="1196372"/>
                  </a:lnTo>
                  <a:lnTo>
                    <a:pt x="12323" y="1152067"/>
                  </a:lnTo>
                  <a:lnTo>
                    <a:pt x="3119" y="1105993"/>
                  </a:lnTo>
                  <a:lnTo>
                    <a:pt x="0" y="1058708"/>
                  </a:lnTo>
                  <a:lnTo>
                    <a:pt x="0" y="359736"/>
                  </a:lnTo>
                  <a:lnTo>
                    <a:pt x="3119" y="312451"/>
                  </a:lnTo>
                  <a:lnTo>
                    <a:pt x="12323" y="266376"/>
                  </a:lnTo>
                  <a:lnTo>
                    <a:pt x="27381" y="222071"/>
                  </a:lnTo>
                  <a:lnTo>
                    <a:pt x="48061" y="180095"/>
                  </a:lnTo>
                  <a:lnTo>
                    <a:pt x="74131" y="141006"/>
                  </a:lnTo>
                  <a:lnTo>
                    <a:pt x="105361" y="105364"/>
                  </a:lnTo>
                  <a:lnTo>
                    <a:pt x="141003" y="74134"/>
                  </a:lnTo>
                  <a:lnTo>
                    <a:pt x="180091" y="48064"/>
                  </a:lnTo>
                  <a:lnTo>
                    <a:pt x="222067" y="27383"/>
                  </a:lnTo>
                  <a:lnTo>
                    <a:pt x="266372" y="12324"/>
                  </a:lnTo>
                  <a:lnTo>
                    <a:pt x="312447" y="3119"/>
                  </a:lnTo>
                  <a:lnTo>
                    <a:pt x="359732" y="0"/>
                  </a:lnTo>
                  <a:close/>
                </a:path>
              </a:pathLst>
            </a:custGeom>
            <a:solidFill>
              <a:srgbClr val="53535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75" name="Google Shape;175;p23"/>
          <p:cNvSpPr/>
          <p:nvPr/>
        </p:nvSpPr>
        <p:spPr>
          <a:xfrm>
            <a:off x="0" y="0"/>
            <a:ext cx="1927860" cy="2903220"/>
          </a:xfrm>
          <a:custGeom>
            <a:rect b="b" l="l" r="r" t="t"/>
            <a:pathLst>
              <a:path extrusionOk="0" h="2903220" w="1927860">
                <a:moveTo>
                  <a:pt x="0" y="2903095"/>
                </a:moveTo>
                <a:lnTo>
                  <a:pt x="0" y="0"/>
                </a:lnTo>
                <a:lnTo>
                  <a:pt x="1927611" y="0"/>
                </a:lnTo>
                <a:lnTo>
                  <a:pt x="1927611" y="128274"/>
                </a:lnTo>
                <a:lnTo>
                  <a:pt x="1924327" y="177088"/>
                </a:lnTo>
                <a:lnTo>
                  <a:pt x="1914761" y="223905"/>
                </a:lnTo>
                <a:lnTo>
                  <a:pt x="1899341" y="268298"/>
                </a:lnTo>
                <a:lnTo>
                  <a:pt x="1878496" y="309838"/>
                </a:lnTo>
                <a:lnTo>
                  <a:pt x="1852655" y="348095"/>
                </a:lnTo>
                <a:lnTo>
                  <a:pt x="1822247" y="382643"/>
                </a:lnTo>
                <a:lnTo>
                  <a:pt x="1787700" y="413051"/>
                </a:lnTo>
                <a:lnTo>
                  <a:pt x="1749442" y="438892"/>
                </a:lnTo>
                <a:lnTo>
                  <a:pt x="1707902" y="459737"/>
                </a:lnTo>
                <a:lnTo>
                  <a:pt x="1663509" y="475157"/>
                </a:lnTo>
                <a:lnTo>
                  <a:pt x="1616692" y="484723"/>
                </a:lnTo>
                <a:lnTo>
                  <a:pt x="1567878" y="488007"/>
                </a:lnTo>
                <a:lnTo>
                  <a:pt x="1032571" y="488007"/>
                </a:lnTo>
                <a:lnTo>
                  <a:pt x="983758" y="491291"/>
                </a:lnTo>
                <a:lnTo>
                  <a:pt x="936940" y="500857"/>
                </a:lnTo>
                <a:lnTo>
                  <a:pt x="892547" y="516277"/>
                </a:lnTo>
                <a:lnTo>
                  <a:pt x="851007" y="537121"/>
                </a:lnTo>
                <a:lnTo>
                  <a:pt x="812749" y="562962"/>
                </a:lnTo>
                <a:lnTo>
                  <a:pt x="778202" y="593371"/>
                </a:lnTo>
                <a:lnTo>
                  <a:pt x="747793" y="627918"/>
                </a:lnTo>
                <a:lnTo>
                  <a:pt x="721952" y="666176"/>
                </a:lnTo>
                <a:lnTo>
                  <a:pt x="701108" y="707716"/>
                </a:lnTo>
                <a:lnTo>
                  <a:pt x="685688" y="752109"/>
                </a:lnTo>
                <a:lnTo>
                  <a:pt x="676122" y="798927"/>
                </a:lnTo>
                <a:lnTo>
                  <a:pt x="672838" y="847740"/>
                </a:lnTo>
                <a:lnTo>
                  <a:pt x="672838" y="2543363"/>
                </a:lnTo>
                <a:lnTo>
                  <a:pt x="669719" y="2590648"/>
                </a:lnTo>
                <a:lnTo>
                  <a:pt x="660514" y="2636722"/>
                </a:lnTo>
                <a:lnTo>
                  <a:pt x="645455" y="2681027"/>
                </a:lnTo>
                <a:lnTo>
                  <a:pt x="624774" y="2723003"/>
                </a:lnTo>
                <a:lnTo>
                  <a:pt x="598703" y="2762092"/>
                </a:lnTo>
                <a:lnTo>
                  <a:pt x="567474" y="2797733"/>
                </a:lnTo>
                <a:lnTo>
                  <a:pt x="531832" y="2828963"/>
                </a:lnTo>
                <a:lnTo>
                  <a:pt x="492743" y="2855033"/>
                </a:lnTo>
                <a:lnTo>
                  <a:pt x="450767" y="2875713"/>
                </a:lnTo>
                <a:lnTo>
                  <a:pt x="406462" y="2890771"/>
                </a:lnTo>
                <a:lnTo>
                  <a:pt x="360387" y="2899976"/>
                </a:lnTo>
                <a:lnTo>
                  <a:pt x="313102" y="2903095"/>
                </a:lnTo>
                <a:lnTo>
                  <a:pt x="0" y="2903095"/>
                </a:lnTo>
                <a:close/>
              </a:path>
            </a:pathLst>
          </a:custGeom>
          <a:solidFill>
            <a:srgbClr val="53535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176" name="Google Shape;176;p23"/>
          <p:cNvGrpSpPr/>
          <p:nvPr/>
        </p:nvGrpSpPr>
        <p:grpSpPr>
          <a:xfrm>
            <a:off x="0" y="6026467"/>
            <a:ext cx="8122920" cy="4260850"/>
            <a:chOff x="0" y="6026467"/>
            <a:chExt cx="8122920" cy="4260850"/>
          </a:xfrm>
        </p:grpSpPr>
        <p:sp>
          <p:nvSpPr>
            <p:cNvPr id="177" name="Google Shape;177;p23"/>
            <p:cNvSpPr/>
            <p:nvPr/>
          </p:nvSpPr>
          <p:spPr>
            <a:xfrm>
              <a:off x="108968" y="8100915"/>
              <a:ext cx="4463415" cy="2186305"/>
            </a:xfrm>
            <a:custGeom>
              <a:rect b="b" l="l" r="r" t="t"/>
              <a:pathLst>
                <a:path extrusionOk="0" h="2186304" w="4463415">
                  <a:moveTo>
                    <a:pt x="4463184" y="2186084"/>
                  </a:moveTo>
                  <a:lnTo>
                    <a:pt x="2811000" y="2186084"/>
                  </a:lnTo>
                  <a:lnTo>
                    <a:pt x="2788457" y="2143860"/>
                  </a:lnTo>
                  <a:lnTo>
                    <a:pt x="2754466" y="2102404"/>
                  </a:lnTo>
                  <a:lnTo>
                    <a:pt x="2713009" y="2068412"/>
                  </a:lnTo>
                  <a:lnTo>
                    <a:pt x="2666160" y="2043400"/>
                  </a:lnTo>
                  <a:lnTo>
                    <a:pt x="2615347" y="2027959"/>
                  </a:lnTo>
                  <a:lnTo>
                    <a:pt x="2561997" y="2022682"/>
                  </a:lnTo>
                  <a:lnTo>
                    <a:pt x="272191" y="2022682"/>
                  </a:lnTo>
                  <a:lnTo>
                    <a:pt x="223264" y="2018296"/>
                  </a:lnTo>
                  <a:lnTo>
                    <a:pt x="177214" y="2005652"/>
                  </a:lnTo>
                  <a:lnTo>
                    <a:pt x="134810" y="1985518"/>
                  </a:lnTo>
                  <a:lnTo>
                    <a:pt x="96821" y="1958664"/>
                  </a:lnTo>
                  <a:lnTo>
                    <a:pt x="64015" y="1925858"/>
                  </a:lnTo>
                  <a:lnTo>
                    <a:pt x="37161" y="1887868"/>
                  </a:lnTo>
                  <a:lnTo>
                    <a:pt x="17028" y="1845464"/>
                  </a:lnTo>
                  <a:lnTo>
                    <a:pt x="4385" y="1799414"/>
                  </a:lnTo>
                  <a:lnTo>
                    <a:pt x="0" y="1750488"/>
                  </a:lnTo>
                  <a:lnTo>
                    <a:pt x="0" y="272191"/>
                  </a:lnTo>
                  <a:lnTo>
                    <a:pt x="4385" y="223264"/>
                  </a:lnTo>
                  <a:lnTo>
                    <a:pt x="17029" y="177215"/>
                  </a:lnTo>
                  <a:lnTo>
                    <a:pt x="37162" y="134811"/>
                  </a:lnTo>
                  <a:lnTo>
                    <a:pt x="64016" y="96822"/>
                  </a:lnTo>
                  <a:lnTo>
                    <a:pt x="96822" y="64016"/>
                  </a:lnTo>
                  <a:lnTo>
                    <a:pt x="134811" y="37162"/>
                  </a:lnTo>
                  <a:lnTo>
                    <a:pt x="177215" y="17029"/>
                  </a:lnTo>
                  <a:lnTo>
                    <a:pt x="223264" y="4385"/>
                  </a:lnTo>
                  <a:lnTo>
                    <a:pt x="272191" y="0"/>
                  </a:lnTo>
                  <a:lnTo>
                    <a:pt x="1356798" y="0"/>
                  </a:lnTo>
                  <a:lnTo>
                    <a:pt x="1405725" y="4385"/>
                  </a:lnTo>
                  <a:lnTo>
                    <a:pt x="1451774" y="17029"/>
                  </a:lnTo>
                  <a:lnTo>
                    <a:pt x="1494178" y="37162"/>
                  </a:lnTo>
                  <a:lnTo>
                    <a:pt x="1532167" y="64016"/>
                  </a:lnTo>
                  <a:lnTo>
                    <a:pt x="1564973" y="96822"/>
                  </a:lnTo>
                  <a:lnTo>
                    <a:pt x="1591827" y="134811"/>
                  </a:lnTo>
                  <a:lnTo>
                    <a:pt x="1611960" y="177215"/>
                  </a:lnTo>
                  <a:lnTo>
                    <a:pt x="1624604" y="223264"/>
                  </a:lnTo>
                  <a:lnTo>
                    <a:pt x="1628989" y="272191"/>
                  </a:lnTo>
                  <a:lnTo>
                    <a:pt x="1628989" y="677230"/>
                  </a:lnTo>
                  <a:lnTo>
                    <a:pt x="1633375" y="726156"/>
                  </a:lnTo>
                  <a:lnTo>
                    <a:pt x="1646018" y="772206"/>
                  </a:lnTo>
                  <a:lnTo>
                    <a:pt x="1666152" y="814610"/>
                  </a:lnTo>
                  <a:lnTo>
                    <a:pt x="1693005" y="852599"/>
                  </a:lnTo>
                  <a:lnTo>
                    <a:pt x="1725811" y="885405"/>
                  </a:lnTo>
                  <a:lnTo>
                    <a:pt x="1763801" y="912259"/>
                  </a:lnTo>
                  <a:lnTo>
                    <a:pt x="1806204" y="932392"/>
                  </a:lnTo>
                  <a:lnTo>
                    <a:pt x="1852254" y="945035"/>
                  </a:lnTo>
                  <a:lnTo>
                    <a:pt x="1901181" y="949421"/>
                  </a:lnTo>
                  <a:lnTo>
                    <a:pt x="3184170" y="949421"/>
                  </a:lnTo>
                  <a:lnTo>
                    <a:pt x="3237520" y="954699"/>
                  </a:lnTo>
                  <a:lnTo>
                    <a:pt x="3288333" y="970140"/>
                  </a:lnTo>
                  <a:lnTo>
                    <a:pt x="3335182" y="995153"/>
                  </a:lnTo>
                  <a:lnTo>
                    <a:pt x="3376639" y="1029145"/>
                  </a:lnTo>
                  <a:lnTo>
                    <a:pt x="3410630" y="1070602"/>
                  </a:lnTo>
                  <a:lnTo>
                    <a:pt x="3435642" y="1117451"/>
                  </a:lnTo>
                  <a:lnTo>
                    <a:pt x="3451083" y="1168264"/>
                  </a:lnTo>
                  <a:lnTo>
                    <a:pt x="3456361" y="1221615"/>
                  </a:lnTo>
                  <a:lnTo>
                    <a:pt x="3456361" y="1571610"/>
                  </a:lnTo>
                  <a:lnTo>
                    <a:pt x="3461639" y="1624961"/>
                  </a:lnTo>
                  <a:lnTo>
                    <a:pt x="3477080" y="1675775"/>
                  </a:lnTo>
                  <a:lnTo>
                    <a:pt x="3502093" y="1722624"/>
                  </a:lnTo>
                  <a:lnTo>
                    <a:pt x="3536085" y="1764082"/>
                  </a:lnTo>
                  <a:lnTo>
                    <a:pt x="3577543" y="1798074"/>
                  </a:lnTo>
                  <a:lnTo>
                    <a:pt x="3624392" y="1823086"/>
                  </a:lnTo>
                  <a:lnTo>
                    <a:pt x="3675206" y="1838526"/>
                  </a:lnTo>
                  <a:lnTo>
                    <a:pt x="3728557" y="1843804"/>
                  </a:lnTo>
                  <a:lnTo>
                    <a:pt x="4190993" y="1843804"/>
                  </a:lnTo>
                  <a:lnTo>
                    <a:pt x="4244342" y="1849082"/>
                  </a:lnTo>
                  <a:lnTo>
                    <a:pt x="4295156" y="1864523"/>
                  </a:lnTo>
                  <a:lnTo>
                    <a:pt x="4342004" y="1889535"/>
                  </a:lnTo>
                  <a:lnTo>
                    <a:pt x="4383461" y="1923526"/>
                  </a:lnTo>
                  <a:lnTo>
                    <a:pt x="4417453" y="1964983"/>
                  </a:lnTo>
                  <a:lnTo>
                    <a:pt x="4442465" y="2011832"/>
                  </a:lnTo>
                  <a:lnTo>
                    <a:pt x="4457905" y="2062645"/>
                  </a:lnTo>
                  <a:lnTo>
                    <a:pt x="4463184" y="2115995"/>
                  </a:lnTo>
                  <a:lnTo>
                    <a:pt x="4463184" y="2186084"/>
                  </a:lnTo>
                  <a:close/>
                </a:path>
              </a:pathLst>
            </a:custGeom>
            <a:solidFill>
              <a:srgbClr val="2F2F2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" name="Google Shape;178;p23"/>
            <p:cNvSpPr/>
            <p:nvPr/>
          </p:nvSpPr>
          <p:spPr>
            <a:xfrm>
              <a:off x="0" y="6026467"/>
              <a:ext cx="8122920" cy="4260850"/>
            </a:xfrm>
            <a:custGeom>
              <a:rect b="b" l="l" r="r" t="t"/>
              <a:pathLst>
                <a:path extrusionOk="0" h="4260850" w="8122920">
                  <a:moveTo>
                    <a:pt x="3500120" y="2115985"/>
                  </a:moveTo>
                  <a:lnTo>
                    <a:pt x="3494849" y="2062645"/>
                  </a:lnTo>
                  <a:lnTo>
                    <a:pt x="3479406" y="2011832"/>
                  </a:lnTo>
                  <a:lnTo>
                    <a:pt x="3454400" y="1964982"/>
                  </a:lnTo>
                  <a:lnTo>
                    <a:pt x="3420402" y="1923516"/>
                  </a:lnTo>
                  <a:lnTo>
                    <a:pt x="3378949" y="1889531"/>
                  </a:lnTo>
                  <a:lnTo>
                    <a:pt x="3332099" y="1864512"/>
                  </a:lnTo>
                  <a:lnTo>
                    <a:pt x="3281286" y="1849081"/>
                  </a:lnTo>
                  <a:lnTo>
                    <a:pt x="3227933" y="1843798"/>
                  </a:lnTo>
                  <a:lnTo>
                    <a:pt x="2765501" y="1843798"/>
                  </a:lnTo>
                  <a:lnTo>
                    <a:pt x="2712148" y="1838515"/>
                  </a:lnTo>
                  <a:lnTo>
                    <a:pt x="2661335" y="1823085"/>
                  </a:lnTo>
                  <a:lnTo>
                    <a:pt x="2614485" y="1798066"/>
                  </a:lnTo>
                  <a:lnTo>
                    <a:pt x="2573020" y="1764080"/>
                  </a:lnTo>
                  <a:lnTo>
                    <a:pt x="2539034" y="1722615"/>
                  </a:lnTo>
                  <a:lnTo>
                    <a:pt x="2514015" y="1675765"/>
                  </a:lnTo>
                  <a:lnTo>
                    <a:pt x="2498585" y="1624952"/>
                  </a:lnTo>
                  <a:lnTo>
                    <a:pt x="2493302" y="1571599"/>
                  </a:lnTo>
                  <a:lnTo>
                    <a:pt x="2493302" y="1221613"/>
                  </a:lnTo>
                  <a:lnTo>
                    <a:pt x="2488019" y="1168260"/>
                  </a:lnTo>
                  <a:lnTo>
                    <a:pt x="2472588" y="1117447"/>
                  </a:lnTo>
                  <a:lnTo>
                    <a:pt x="2447569" y="1070597"/>
                  </a:lnTo>
                  <a:lnTo>
                    <a:pt x="2413584" y="1029144"/>
                  </a:lnTo>
                  <a:lnTo>
                    <a:pt x="2372118" y="995146"/>
                  </a:lnTo>
                  <a:lnTo>
                    <a:pt x="2325268" y="970140"/>
                  </a:lnTo>
                  <a:lnTo>
                    <a:pt x="2274455" y="954697"/>
                  </a:lnTo>
                  <a:lnTo>
                    <a:pt x="2221115" y="949413"/>
                  </a:lnTo>
                  <a:lnTo>
                    <a:pt x="938123" y="949413"/>
                  </a:lnTo>
                  <a:lnTo>
                    <a:pt x="889190" y="945032"/>
                  </a:lnTo>
                  <a:lnTo>
                    <a:pt x="843140" y="932383"/>
                  </a:lnTo>
                  <a:lnTo>
                    <a:pt x="800747" y="912253"/>
                  </a:lnTo>
                  <a:lnTo>
                    <a:pt x="762749" y="885405"/>
                  </a:lnTo>
                  <a:lnTo>
                    <a:pt x="729945" y="852589"/>
                  </a:lnTo>
                  <a:lnTo>
                    <a:pt x="703097" y="814603"/>
                  </a:lnTo>
                  <a:lnTo>
                    <a:pt x="682955" y="772198"/>
                  </a:lnTo>
                  <a:lnTo>
                    <a:pt x="670318" y="726147"/>
                  </a:lnTo>
                  <a:lnTo>
                    <a:pt x="665924" y="677227"/>
                  </a:lnTo>
                  <a:lnTo>
                    <a:pt x="665924" y="272186"/>
                  </a:lnTo>
                  <a:lnTo>
                    <a:pt x="661543" y="223253"/>
                  </a:lnTo>
                  <a:lnTo>
                    <a:pt x="648906" y="177215"/>
                  </a:lnTo>
                  <a:lnTo>
                    <a:pt x="628764" y="134810"/>
                  </a:lnTo>
                  <a:lnTo>
                    <a:pt x="601916" y="96812"/>
                  </a:lnTo>
                  <a:lnTo>
                    <a:pt x="569112" y="64008"/>
                  </a:lnTo>
                  <a:lnTo>
                    <a:pt x="531114" y="37160"/>
                  </a:lnTo>
                  <a:lnTo>
                    <a:pt x="488721" y="17030"/>
                  </a:lnTo>
                  <a:lnTo>
                    <a:pt x="442671" y="4381"/>
                  </a:lnTo>
                  <a:lnTo>
                    <a:pt x="393738" y="0"/>
                  </a:lnTo>
                  <a:lnTo>
                    <a:pt x="0" y="0"/>
                  </a:lnTo>
                  <a:lnTo>
                    <a:pt x="0" y="2022678"/>
                  </a:lnTo>
                  <a:lnTo>
                    <a:pt x="1598942" y="2022678"/>
                  </a:lnTo>
                  <a:lnTo>
                    <a:pt x="1652282" y="2027948"/>
                  </a:lnTo>
                  <a:lnTo>
                    <a:pt x="1703095" y="2043391"/>
                  </a:lnTo>
                  <a:lnTo>
                    <a:pt x="1749945" y="2068410"/>
                  </a:lnTo>
                  <a:lnTo>
                    <a:pt x="1791411" y="2102396"/>
                  </a:lnTo>
                  <a:lnTo>
                    <a:pt x="1825396" y="2143861"/>
                  </a:lnTo>
                  <a:lnTo>
                    <a:pt x="1850415" y="2190699"/>
                  </a:lnTo>
                  <a:lnTo>
                    <a:pt x="1865845" y="2241512"/>
                  </a:lnTo>
                  <a:lnTo>
                    <a:pt x="1871129" y="2294864"/>
                  </a:lnTo>
                  <a:lnTo>
                    <a:pt x="1871129" y="2644864"/>
                  </a:lnTo>
                  <a:lnTo>
                    <a:pt x="1875510" y="2693797"/>
                  </a:lnTo>
                  <a:lnTo>
                    <a:pt x="1888159" y="2739847"/>
                  </a:lnTo>
                  <a:lnTo>
                    <a:pt x="1908289" y="2782252"/>
                  </a:lnTo>
                  <a:lnTo>
                    <a:pt x="1935149" y="2820238"/>
                  </a:lnTo>
                  <a:lnTo>
                    <a:pt x="1967953" y="2853042"/>
                  </a:lnTo>
                  <a:lnTo>
                    <a:pt x="2005939" y="2879902"/>
                  </a:lnTo>
                  <a:lnTo>
                    <a:pt x="2048344" y="2900032"/>
                  </a:lnTo>
                  <a:lnTo>
                    <a:pt x="2094395" y="2912668"/>
                  </a:lnTo>
                  <a:lnTo>
                    <a:pt x="2143328" y="2917063"/>
                  </a:lnTo>
                  <a:lnTo>
                    <a:pt x="3227933" y="2917063"/>
                  </a:lnTo>
                  <a:lnTo>
                    <a:pt x="3281286" y="2911779"/>
                  </a:lnTo>
                  <a:lnTo>
                    <a:pt x="3332099" y="2896336"/>
                  </a:lnTo>
                  <a:lnTo>
                    <a:pt x="3378949" y="2871330"/>
                  </a:lnTo>
                  <a:lnTo>
                    <a:pt x="3420402" y="2837332"/>
                  </a:lnTo>
                  <a:lnTo>
                    <a:pt x="3454400" y="2795879"/>
                  </a:lnTo>
                  <a:lnTo>
                    <a:pt x="3479406" y="2749029"/>
                  </a:lnTo>
                  <a:lnTo>
                    <a:pt x="3494849" y="2698216"/>
                  </a:lnTo>
                  <a:lnTo>
                    <a:pt x="3500120" y="2644864"/>
                  </a:lnTo>
                  <a:lnTo>
                    <a:pt x="3500120" y="2115985"/>
                  </a:lnTo>
                  <a:close/>
                </a:path>
                <a:path extrusionOk="0" h="4260850" w="8122920">
                  <a:moveTo>
                    <a:pt x="8122361" y="3911562"/>
                  </a:moveTo>
                  <a:lnTo>
                    <a:pt x="8117980" y="3862628"/>
                  </a:lnTo>
                  <a:lnTo>
                    <a:pt x="8105330" y="3816578"/>
                  </a:lnTo>
                  <a:lnTo>
                    <a:pt x="8085201" y="3774173"/>
                  </a:lnTo>
                  <a:lnTo>
                    <a:pt x="8058353" y="3736187"/>
                  </a:lnTo>
                  <a:lnTo>
                    <a:pt x="8025549" y="3703383"/>
                  </a:lnTo>
                  <a:lnTo>
                    <a:pt x="7987551" y="3676523"/>
                  </a:lnTo>
                  <a:lnTo>
                    <a:pt x="7945145" y="3656393"/>
                  </a:lnTo>
                  <a:lnTo>
                    <a:pt x="7899095" y="3643744"/>
                  </a:lnTo>
                  <a:lnTo>
                    <a:pt x="7850175" y="3639362"/>
                  </a:lnTo>
                  <a:lnTo>
                    <a:pt x="5560365" y="3639362"/>
                  </a:lnTo>
                  <a:lnTo>
                    <a:pt x="5507012" y="3634079"/>
                  </a:lnTo>
                  <a:lnTo>
                    <a:pt x="5456199" y="3618649"/>
                  </a:lnTo>
                  <a:lnTo>
                    <a:pt x="5409362" y="3593630"/>
                  </a:lnTo>
                  <a:lnTo>
                    <a:pt x="5367896" y="3559645"/>
                  </a:lnTo>
                  <a:lnTo>
                    <a:pt x="5333911" y="3518179"/>
                  </a:lnTo>
                  <a:lnTo>
                    <a:pt x="5308892" y="3471329"/>
                  </a:lnTo>
                  <a:lnTo>
                    <a:pt x="5293449" y="3420516"/>
                  </a:lnTo>
                  <a:lnTo>
                    <a:pt x="5288178" y="3367176"/>
                  </a:lnTo>
                  <a:lnTo>
                    <a:pt x="5288178" y="3017177"/>
                  </a:lnTo>
                  <a:lnTo>
                    <a:pt x="5283797" y="2968244"/>
                  </a:lnTo>
                  <a:lnTo>
                    <a:pt x="5271147" y="2922193"/>
                  </a:lnTo>
                  <a:lnTo>
                    <a:pt x="5251018" y="2879788"/>
                  </a:lnTo>
                  <a:lnTo>
                    <a:pt x="5224157" y="2841802"/>
                  </a:lnTo>
                  <a:lnTo>
                    <a:pt x="5191353" y="2808998"/>
                  </a:lnTo>
                  <a:lnTo>
                    <a:pt x="5153368" y="2782138"/>
                  </a:lnTo>
                  <a:lnTo>
                    <a:pt x="5110962" y="2762008"/>
                  </a:lnTo>
                  <a:lnTo>
                    <a:pt x="5064912" y="2749359"/>
                  </a:lnTo>
                  <a:lnTo>
                    <a:pt x="5015979" y="2744978"/>
                  </a:lnTo>
                  <a:lnTo>
                    <a:pt x="3931374" y="2744978"/>
                  </a:lnTo>
                  <a:lnTo>
                    <a:pt x="3878021" y="2750261"/>
                  </a:lnTo>
                  <a:lnTo>
                    <a:pt x="3827208" y="2765704"/>
                  </a:lnTo>
                  <a:lnTo>
                    <a:pt x="3780358" y="2790710"/>
                  </a:lnTo>
                  <a:lnTo>
                    <a:pt x="3738905" y="2824708"/>
                  </a:lnTo>
                  <a:lnTo>
                    <a:pt x="3704907" y="2866161"/>
                  </a:lnTo>
                  <a:lnTo>
                    <a:pt x="3679901" y="2913011"/>
                  </a:lnTo>
                  <a:lnTo>
                    <a:pt x="3664458" y="2963824"/>
                  </a:lnTo>
                  <a:lnTo>
                    <a:pt x="3659187" y="3017177"/>
                  </a:lnTo>
                  <a:lnTo>
                    <a:pt x="3659187" y="3546043"/>
                  </a:lnTo>
                  <a:lnTo>
                    <a:pt x="3664458" y="3599396"/>
                  </a:lnTo>
                  <a:lnTo>
                    <a:pt x="3679901" y="3650208"/>
                  </a:lnTo>
                  <a:lnTo>
                    <a:pt x="3704907" y="3697059"/>
                  </a:lnTo>
                  <a:lnTo>
                    <a:pt x="3738905" y="3738511"/>
                  </a:lnTo>
                  <a:lnTo>
                    <a:pt x="3780358" y="3772509"/>
                  </a:lnTo>
                  <a:lnTo>
                    <a:pt x="3827208" y="3797516"/>
                  </a:lnTo>
                  <a:lnTo>
                    <a:pt x="3878021" y="3812959"/>
                  </a:lnTo>
                  <a:lnTo>
                    <a:pt x="3931374" y="3818242"/>
                  </a:lnTo>
                  <a:lnTo>
                    <a:pt x="4393806" y="3818242"/>
                  </a:lnTo>
                  <a:lnTo>
                    <a:pt x="4447159" y="3823512"/>
                  </a:lnTo>
                  <a:lnTo>
                    <a:pt x="4497971" y="3838956"/>
                  </a:lnTo>
                  <a:lnTo>
                    <a:pt x="4544822" y="3863975"/>
                  </a:lnTo>
                  <a:lnTo>
                    <a:pt x="4586275" y="3897960"/>
                  </a:lnTo>
                  <a:lnTo>
                    <a:pt x="4620272" y="3939413"/>
                  </a:lnTo>
                  <a:lnTo>
                    <a:pt x="4645279" y="3986263"/>
                  </a:lnTo>
                  <a:lnTo>
                    <a:pt x="4660722" y="4037088"/>
                  </a:lnTo>
                  <a:lnTo>
                    <a:pt x="4666005" y="4090428"/>
                  </a:lnTo>
                  <a:lnTo>
                    <a:pt x="4666005" y="4260532"/>
                  </a:lnTo>
                  <a:lnTo>
                    <a:pt x="8122361" y="4260532"/>
                  </a:lnTo>
                  <a:lnTo>
                    <a:pt x="8122361" y="3911562"/>
                  </a:lnTo>
                  <a:close/>
                </a:path>
              </a:pathLst>
            </a:custGeom>
            <a:solidFill>
              <a:srgbClr val="53535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pic>
        <p:nvPicPr>
          <p:cNvPr descr="0e3745d5-1c69-4e3a-98a5-92ee00ca2a12.jpg" id="179" name="Google Shape;17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10400" y="0"/>
            <a:ext cx="2971800" cy="1643063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3"/>
          <p:cNvSpPr txBox="1"/>
          <p:nvPr/>
        </p:nvSpPr>
        <p:spPr>
          <a:xfrm>
            <a:off x="5462125" y="3125550"/>
            <a:ext cx="128967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600" u="sng">
                <a:solidFill>
                  <a:srgbClr val="274E13"/>
                </a:solidFill>
                <a:latin typeface="Lato"/>
                <a:ea typeface="Lato"/>
                <a:cs typeface="Lato"/>
                <a:sym typeface="Lato"/>
              </a:rPr>
              <a:t>Thank You</a:t>
            </a:r>
            <a:endParaRPr b="1" sz="13600" u="sng">
              <a:solidFill>
                <a:srgbClr val="274E1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